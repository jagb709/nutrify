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1650" cx="12179300"/>
  <p:notesSz cx="12179300" cy="6851650"/>
  <p:embeddedFontLst>
    <p:embeddedFont>
      <p:font typeface="Plus Jakarta Sans"/>
      <p:regular r:id="rId19"/>
      <p:bold r:id="rId20"/>
      <p:italic r:id="rId21"/>
      <p:boldItalic r:id="rId22"/>
    </p:embeddedFont>
    <p:embeddedFont>
      <p:font typeface="Plus Jakarta Sans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PlusJakartaSansSemiBold-bold.fntdata"/><Relationship Id="rId23" Type="http://schemas.openxmlformats.org/officeDocument/2006/relationships/font" Target="fonts/PlusJakartaSa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lusJakartaSansSemiBold-boldItalic.fntdata"/><Relationship Id="rId25" Type="http://schemas.openxmlformats.org/officeDocument/2006/relationships/font" Target="fonts/PlusJakartaSans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usJakarta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0275" y="513850"/>
            <a:ext cx="8119925" cy="2569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7925" y="3254525"/>
            <a:ext cx="9743425" cy="3083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45a6b1be2_0_159:notes"/>
          <p:cNvSpPr txBox="1"/>
          <p:nvPr>
            <p:ph idx="1" type="body"/>
          </p:nvPr>
        </p:nvSpPr>
        <p:spPr>
          <a:xfrm>
            <a:off x="1217930" y="3254534"/>
            <a:ext cx="9743400" cy="30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45a6b1be2_0_159:notes"/>
          <p:cNvSpPr/>
          <p:nvPr>
            <p:ph idx="2" type="sldImg"/>
          </p:nvPr>
        </p:nvSpPr>
        <p:spPr>
          <a:xfrm>
            <a:off x="2029737" y="513874"/>
            <a:ext cx="8121300" cy="256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:notes"/>
          <p:cNvSpPr txBox="1"/>
          <p:nvPr>
            <p:ph idx="1" type="body"/>
          </p:nvPr>
        </p:nvSpPr>
        <p:spPr>
          <a:xfrm>
            <a:off x="1217925" y="3254525"/>
            <a:ext cx="9743425" cy="3083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:notes"/>
          <p:cNvSpPr/>
          <p:nvPr>
            <p:ph idx="2" type="sldImg"/>
          </p:nvPr>
        </p:nvSpPr>
        <p:spPr>
          <a:xfrm>
            <a:off x="2030275" y="513850"/>
            <a:ext cx="8119925" cy="2569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:notes"/>
          <p:cNvSpPr txBox="1"/>
          <p:nvPr>
            <p:ph idx="1" type="body"/>
          </p:nvPr>
        </p:nvSpPr>
        <p:spPr>
          <a:xfrm>
            <a:off x="1217925" y="3254525"/>
            <a:ext cx="9743425" cy="3083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:notes"/>
          <p:cNvSpPr/>
          <p:nvPr>
            <p:ph idx="2" type="sldImg"/>
          </p:nvPr>
        </p:nvSpPr>
        <p:spPr>
          <a:xfrm>
            <a:off x="2030275" y="513850"/>
            <a:ext cx="8119925" cy="2569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:notes"/>
          <p:cNvSpPr txBox="1"/>
          <p:nvPr>
            <p:ph idx="1" type="body"/>
          </p:nvPr>
        </p:nvSpPr>
        <p:spPr>
          <a:xfrm>
            <a:off x="1217925" y="3254525"/>
            <a:ext cx="9743425" cy="3083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:notes"/>
          <p:cNvSpPr/>
          <p:nvPr>
            <p:ph idx="2" type="sldImg"/>
          </p:nvPr>
        </p:nvSpPr>
        <p:spPr>
          <a:xfrm>
            <a:off x="2030275" y="513850"/>
            <a:ext cx="8119925" cy="2569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:notes"/>
          <p:cNvSpPr txBox="1"/>
          <p:nvPr>
            <p:ph idx="1" type="body"/>
          </p:nvPr>
        </p:nvSpPr>
        <p:spPr>
          <a:xfrm>
            <a:off x="1217925" y="3254525"/>
            <a:ext cx="9743425" cy="3083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:notes"/>
          <p:cNvSpPr/>
          <p:nvPr>
            <p:ph idx="2" type="sldImg"/>
          </p:nvPr>
        </p:nvSpPr>
        <p:spPr>
          <a:xfrm>
            <a:off x="2030275" y="513850"/>
            <a:ext cx="8119925" cy="2569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:notes"/>
          <p:cNvSpPr txBox="1"/>
          <p:nvPr>
            <p:ph idx="1" type="body"/>
          </p:nvPr>
        </p:nvSpPr>
        <p:spPr>
          <a:xfrm>
            <a:off x="1217925" y="3254525"/>
            <a:ext cx="9743425" cy="3083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6:notes"/>
          <p:cNvSpPr/>
          <p:nvPr>
            <p:ph idx="2" type="sldImg"/>
          </p:nvPr>
        </p:nvSpPr>
        <p:spPr>
          <a:xfrm>
            <a:off x="2030275" y="513850"/>
            <a:ext cx="8119925" cy="2569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:notes"/>
          <p:cNvSpPr txBox="1"/>
          <p:nvPr>
            <p:ph idx="1" type="body"/>
          </p:nvPr>
        </p:nvSpPr>
        <p:spPr>
          <a:xfrm>
            <a:off x="1217925" y="3254525"/>
            <a:ext cx="9743400" cy="30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7:notes"/>
          <p:cNvSpPr/>
          <p:nvPr>
            <p:ph idx="2" type="sldImg"/>
          </p:nvPr>
        </p:nvSpPr>
        <p:spPr>
          <a:xfrm>
            <a:off x="2030275" y="513850"/>
            <a:ext cx="8119800" cy="256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:notes"/>
          <p:cNvSpPr txBox="1"/>
          <p:nvPr>
            <p:ph idx="1" type="body"/>
          </p:nvPr>
        </p:nvSpPr>
        <p:spPr>
          <a:xfrm>
            <a:off x="1217925" y="3254525"/>
            <a:ext cx="9743425" cy="3083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8:notes"/>
          <p:cNvSpPr/>
          <p:nvPr>
            <p:ph idx="2" type="sldImg"/>
          </p:nvPr>
        </p:nvSpPr>
        <p:spPr>
          <a:xfrm>
            <a:off x="2030275" y="513850"/>
            <a:ext cx="8119925" cy="2569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:notes"/>
          <p:cNvSpPr txBox="1"/>
          <p:nvPr>
            <p:ph idx="1" type="body"/>
          </p:nvPr>
        </p:nvSpPr>
        <p:spPr>
          <a:xfrm>
            <a:off x="1217925" y="3254525"/>
            <a:ext cx="9743425" cy="3083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9:notes"/>
          <p:cNvSpPr/>
          <p:nvPr>
            <p:ph idx="2" type="sldImg"/>
          </p:nvPr>
        </p:nvSpPr>
        <p:spPr>
          <a:xfrm>
            <a:off x="2030275" y="513850"/>
            <a:ext cx="8119925" cy="2569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0:notes"/>
          <p:cNvSpPr txBox="1"/>
          <p:nvPr>
            <p:ph idx="1" type="body"/>
          </p:nvPr>
        </p:nvSpPr>
        <p:spPr>
          <a:xfrm>
            <a:off x="1217925" y="3254525"/>
            <a:ext cx="9743425" cy="3083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0:notes"/>
          <p:cNvSpPr/>
          <p:nvPr>
            <p:ph idx="2" type="sldImg"/>
          </p:nvPr>
        </p:nvSpPr>
        <p:spPr>
          <a:xfrm>
            <a:off x="2030275" y="513850"/>
            <a:ext cx="8119925" cy="2569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1:notes"/>
          <p:cNvSpPr txBox="1"/>
          <p:nvPr>
            <p:ph idx="1" type="body"/>
          </p:nvPr>
        </p:nvSpPr>
        <p:spPr>
          <a:xfrm>
            <a:off x="1217925" y="3254525"/>
            <a:ext cx="9743425" cy="3083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1:notes"/>
          <p:cNvSpPr/>
          <p:nvPr>
            <p:ph idx="2" type="sldImg"/>
          </p:nvPr>
        </p:nvSpPr>
        <p:spPr>
          <a:xfrm>
            <a:off x="2030275" y="513850"/>
            <a:ext cx="8119925" cy="2569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e46717b75d_0_3074:notes"/>
          <p:cNvSpPr/>
          <p:nvPr>
            <p:ph idx="2" type="sldImg"/>
          </p:nvPr>
        </p:nvSpPr>
        <p:spPr>
          <a:xfrm>
            <a:off x="130" y="0"/>
            <a:ext cx="2247600" cy="22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g3e46717b75d_0_3074:notes"/>
          <p:cNvSpPr txBox="1"/>
          <p:nvPr>
            <p:ph idx="1" type="body"/>
          </p:nvPr>
        </p:nvSpPr>
        <p:spPr>
          <a:xfrm>
            <a:off x="0" y="0"/>
            <a:ext cx="71037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3e46717b75d_0_3074:notes"/>
          <p:cNvSpPr txBox="1"/>
          <p:nvPr>
            <p:ph idx="12" type="sldNum"/>
          </p:nvPr>
        </p:nvSpPr>
        <p:spPr>
          <a:xfrm>
            <a:off x="0" y="0"/>
            <a:ext cx="71037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752759" y="550272"/>
            <a:ext cx="11236960" cy="6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50">
                <a:solidFill>
                  <a:srgbClr val="0D1117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3081020" y="1767839"/>
            <a:ext cx="6023609" cy="2192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143121" y="6372034"/>
            <a:ext cx="3899408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09282" y="6372034"/>
            <a:ext cx="2802699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773668" y="6372034"/>
            <a:ext cx="2802699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913923" y="2124011"/>
            <a:ext cx="10357803" cy="1438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50">
                <a:solidFill>
                  <a:srgbClr val="0D1117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827847" y="3836924"/>
            <a:ext cx="8529955" cy="171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4143121" y="6372034"/>
            <a:ext cx="3899408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609282" y="6372034"/>
            <a:ext cx="2802699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773668" y="6372034"/>
            <a:ext cx="2802699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52759" y="550272"/>
            <a:ext cx="11236960" cy="6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50">
                <a:solidFill>
                  <a:srgbClr val="0D1117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09282" y="1575879"/>
            <a:ext cx="5300758" cy="452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6275609" y="1575879"/>
            <a:ext cx="5300758" cy="452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143121" y="6372034"/>
            <a:ext cx="3899408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09282" y="6372034"/>
            <a:ext cx="2802699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773668" y="6372034"/>
            <a:ext cx="2802699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752759" y="550272"/>
            <a:ext cx="11236960" cy="6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50">
                <a:solidFill>
                  <a:srgbClr val="0D1117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143121" y="6372034"/>
            <a:ext cx="3899408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09282" y="6372034"/>
            <a:ext cx="2802699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773668" y="6372034"/>
            <a:ext cx="2802699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143121" y="6372034"/>
            <a:ext cx="3899408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09282" y="6372034"/>
            <a:ext cx="2802699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773668" y="6372034"/>
            <a:ext cx="2802699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6548012" y="6350464"/>
            <a:ext cx="21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548012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ctrTitle"/>
          </p:nvPr>
        </p:nvSpPr>
        <p:spPr>
          <a:xfrm>
            <a:off x="685257" y="2128452"/>
            <a:ext cx="77661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subTitle"/>
          </p:nvPr>
        </p:nvSpPr>
        <p:spPr>
          <a:xfrm>
            <a:off x="1370514" y="3882602"/>
            <a:ext cx="6395700" cy="17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6548012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456838" y="274384"/>
            <a:ext cx="82230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456838" y="1598718"/>
            <a:ext cx="8223000" cy="45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6548012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721741" y="4402820"/>
            <a:ext cx="77661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721741" y="2904022"/>
            <a:ext cx="7766100" cy="14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50" spcFirstLastPara="1" rIns="91350" wrap="square" tIns="4565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6548012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56838" y="274384"/>
            <a:ext cx="82230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56838" y="1598718"/>
            <a:ext cx="4035300" cy="45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indent="-4064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14"/>
          <p:cNvSpPr txBox="1"/>
          <p:nvPr>
            <p:ph idx="2" type="body"/>
          </p:nvPr>
        </p:nvSpPr>
        <p:spPr>
          <a:xfrm>
            <a:off x="4644520" y="1598718"/>
            <a:ext cx="4035300" cy="45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indent="-4064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6548012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56838" y="274384"/>
            <a:ext cx="82230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56838" y="1533692"/>
            <a:ext cx="40368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50" spcFirstLastPara="1" rIns="91350" wrap="square" tIns="45650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56838" y="2172861"/>
            <a:ext cx="4036800" cy="3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3" name="Google Shape;83;p15"/>
          <p:cNvSpPr txBox="1"/>
          <p:nvPr>
            <p:ph idx="3" type="body"/>
          </p:nvPr>
        </p:nvSpPr>
        <p:spPr>
          <a:xfrm>
            <a:off x="4641348" y="1533692"/>
            <a:ext cx="40386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50" spcFirstLastPara="1" rIns="91350" wrap="square" tIns="45650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5"/>
          <p:cNvSpPr txBox="1"/>
          <p:nvPr>
            <p:ph idx="4" type="body"/>
          </p:nvPr>
        </p:nvSpPr>
        <p:spPr>
          <a:xfrm>
            <a:off x="4641348" y="2172861"/>
            <a:ext cx="4038600" cy="3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5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6548012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456838" y="274384"/>
            <a:ext cx="82230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6548012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56838" y="272797"/>
            <a:ext cx="30060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50" spcFirstLastPara="1" rIns="91350" wrap="square" tIns="456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572220" y="272797"/>
            <a:ext cx="5107800" cy="5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indent="-4318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6" name="Google Shape;96;p17"/>
          <p:cNvSpPr txBox="1"/>
          <p:nvPr>
            <p:ph idx="2" type="body"/>
          </p:nvPr>
        </p:nvSpPr>
        <p:spPr>
          <a:xfrm>
            <a:off x="456838" y="1433771"/>
            <a:ext cx="3006000" cy="4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7" name="Google Shape;97;p17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6548012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1790869" y="4796155"/>
            <a:ext cx="54822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50" spcFirstLastPara="1" rIns="91350" wrap="square" tIns="456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/>
          <p:nvPr>
            <p:ph idx="2" type="pic"/>
          </p:nvPr>
        </p:nvSpPr>
        <p:spPr>
          <a:xfrm>
            <a:off x="1790869" y="612208"/>
            <a:ext cx="5482200" cy="411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1790869" y="5362368"/>
            <a:ext cx="54822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18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6548012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456838" y="274384"/>
            <a:ext cx="82230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 rot="5400000">
            <a:off x="2307473" y="-251832"/>
            <a:ext cx="4521900" cy="82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6548012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 rot="5400000">
            <a:off x="4728923" y="2169484"/>
            <a:ext cx="58461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 rot="5400000">
            <a:off x="541322" y="189934"/>
            <a:ext cx="5846100" cy="60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6548012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52759" y="550272"/>
            <a:ext cx="11236960" cy="6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50" u="none" cap="none" strike="noStrike">
                <a:solidFill>
                  <a:srgbClr val="0D1117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081020" y="1767839"/>
            <a:ext cx="6023609" cy="2192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143121" y="6372034"/>
            <a:ext cx="3899408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09282" y="6372034"/>
            <a:ext cx="2802699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73668" y="6372034"/>
            <a:ext cx="2802699" cy="34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56838" y="274384"/>
            <a:ext cx="82230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456838" y="1598718"/>
            <a:ext cx="8223000" cy="45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normAutofit/>
          </a:bodyPr>
          <a:lstStyle>
            <a:lvl1pPr indent="-431800" lvl="0" marL="4572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456838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3121727" y="6350464"/>
            <a:ext cx="2893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6548012" y="6350464"/>
            <a:ext cx="2131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50" lIns="91350" spcFirstLastPara="1" rIns="91350" wrap="square" tIns="456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Relationship Id="rId8" Type="http://schemas.openxmlformats.org/officeDocument/2006/relationships/image" Target="../media/image3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2.png"/><Relationship Id="rId7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-25" y="0"/>
            <a:ext cx="12179400" cy="6851700"/>
          </a:xfrm>
          <a:prstGeom prst="rect">
            <a:avLst/>
          </a:prstGeom>
          <a:gradFill>
            <a:gsLst>
              <a:gs pos="0">
                <a:srgbClr val="FF6B00"/>
              </a:gs>
              <a:gs pos="50000">
                <a:srgbClr val="4A0080"/>
              </a:gs>
              <a:gs pos="100000">
                <a:srgbClr val="E91E8C"/>
              </a:gs>
            </a:gsLst>
            <a:lin ang="8100019" scaled="0"/>
          </a:gra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8492991" y="96730"/>
            <a:ext cx="548400" cy="548100"/>
          </a:xfrm>
          <a:prstGeom prst="rect">
            <a:avLst/>
          </a:prstGeom>
          <a:solidFill>
            <a:srgbClr val="FF6B00">
              <a:alpha val="40000"/>
            </a:srgbClr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10324540" y="895282"/>
            <a:ext cx="822300" cy="365400"/>
          </a:xfrm>
          <a:prstGeom prst="rect">
            <a:avLst/>
          </a:prstGeom>
          <a:solidFill>
            <a:srgbClr val="D81B7E">
              <a:alpha val="40000"/>
            </a:srgbClr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9228128" y="3380147"/>
            <a:ext cx="365400" cy="822000"/>
          </a:xfrm>
          <a:prstGeom prst="rect">
            <a:avLst/>
          </a:prstGeom>
          <a:solidFill>
            <a:srgbClr val="7B1FA2">
              <a:alpha val="40000"/>
            </a:srgbClr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10050437" y="2758931"/>
            <a:ext cx="639600" cy="639600"/>
          </a:xfrm>
          <a:prstGeom prst="rect">
            <a:avLst/>
          </a:prstGeom>
          <a:solidFill>
            <a:srgbClr val="CC2222">
              <a:alpha val="40000"/>
            </a:srgbClr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10872745" y="895282"/>
            <a:ext cx="456900" cy="273900"/>
          </a:xfrm>
          <a:prstGeom prst="rect">
            <a:avLst/>
          </a:prstGeom>
          <a:solidFill>
            <a:srgbClr val="005BBB">
              <a:alpha val="40000"/>
            </a:srgbClr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9365180" y="4622580"/>
            <a:ext cx="319800" cy="456900"/>
          </a:xfrm>
          <a:prstGeom prst="rect">
            <a:avLst/>
          </a:prstGeom>
          <a:solidFill>
            <a:srgbClr val="FFA540">
              <a:alpha val="40000"/>
            </a:srgbClr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10598642" y="3690755"/>
            <a:ext cx="548400" cy="548100"/>
          </a:xfrm>
          <a:prstGeom prst="rect">
            <a:avLst/>
          </a:prstGeom>
          <a:solidFill>
            <a:srgbClr val="FF6B00">
              <a:alpha val="40000"/>
            </a:srgbClr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9483963" y="895260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9602740" y="895260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9721518" y="895260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9840296" y="895260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9365185" y="1014022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9483963" y="1014022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9602740" y="1014022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9721518" y="1014022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9840296" y="1014022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9959074" y="1014022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9365185" y="1132784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9483963" y="1132784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9840296" y="1132784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9959074" y="1132784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9365185" y="1251546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9483963" y="1251546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9602740" y="1251546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9721518" y="1251546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9840296" y="1251546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9959074" y="1251546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9365185" y="1370308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9483963" y="1370308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9602740" y="1370308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9721518" y="1370308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9840296" y="1370308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9959074" y="1370308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9483963" y="1489070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9602740" y="1489070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9721518" y="1489070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9840296" y="1489070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9602740" y="1607832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9721518" y="1607832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9483963" y="1726594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9602740" y="1726594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9721518" y="1726594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9840296" y="1726594"/>
            <a:ext cx="107100" cy="10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456838" y="1918462"/>
            <a:ext cx="4568400" cy="50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456838" y="886733"/>
            <a:ext cx="7766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NUTRIFY</a:t>
            </a:r>
            <a:endParaRPr sz="1400"/>
          </a:p>
        </p:txBody>
      </p:sp>
      <p:sp>
        <p:nvSpPr>
          <p:cNvPr id="169" name="Google Shape;169;p21"/>
          <p:cNvSpPr txBox="1"/>
          <p:nvPr/>
        </p:nvSpPr>
        <p:spPr>
          <a:xfrm>
            <a:off x="456838" y="2192528"/>
            <a:ext cx="82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A540"/>
                </a:solidFill>
                <a:latin typeface="Calibri"/>
                <a:ea typeface="Calibri"/>
                <a:cs typeface="Calibri"/>
                <a:sym typeface="Calibri"/>
              </a:rPr>
              <a:t>Nutricionista Virtual Multi-Agente</a:t>
            </a:r>
            <a:endParaRPr sz="1400"/>
          </a:p>
        </p:txBody>
      </p:sp>
      <p:sp>
        <p:nvSpPr>
          <p:cNvPr id="170" name="Google Shape;170;p21"/>
          <p:cNvSpPr txBox="1"/>
          <p:nvPr/>
        </p:nvSpPr>
        <p:spPr>
          <a:xfrm>
            <a:off x="456838" y="2832015"/>
            <a:ext cx="867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de Recuperación de Información con JADE · TF-IDF · RDFS</a:t>
            </a:r>
            <a:endParaRPr sz="1400"/>
          </a:p>
        </p:txBody>
      </p:sp>
      <p:sp>
        <p:nvSpPr>
          <p:cNvPr id="171" name="Google Shape;171;p21"/>
          <p:cNvSpPr/>
          <p:nvPr/>
        </p:nvSpPr>
        <p:spPr>
          <a:xfrm>
            <a:off x="456838" y="3562858"/>
            <a:ext cx="4111500" cy="255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456838" y="3836924"/>
            <a:ext cx="822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Sistemas Inteligentes · UPM · ETSII · Curso 2025-26</a:t>
            </a:r>
            <a:endParaRPr sz="1400"/>
          </a:p>
        </p:txBody>
      </p:sp>
      <p:sp>
        <p:nvSpPr>
          <p:cNvPr id="173" name="Google Shape;173;p21"/>
          <p:cNvSpPr txBox="1"/>
          <p:nvPr/>
        </p:nvSpPr>
        <p:spPr>
          <a:xfrm>
            <a:off x="456838" y="4293701"/>
            <a:ext cx="82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A540"/>
                </a:solidFill>
                <a:latin typeface="Calibri"/>
                <a:ea typeface="Calibri"/>
                <a:cs typeface="Calibri"/>
                <a:sym typeface="Calibri"/>
              </a:rPr>
              <a:t>Autores:  Jos</a:t>
            </a:r>
            <a:r>
              <a:rPr b="1" lang="en-US" sz="1500">
                <a:solidFill>
                  <a:srgbClr val="FFA540"/>
                </a:solidFill>
                <a:latin typeface="Calibri"/>
                <a:ea typeface="Calibri"/>
                <a:cs typeface="Calibri"/>
                <a:sym typeface="Calibri"/>
              </a:rPr>
              <a:t>é Ángel Galán Blázquez: </a:t>
            </a:r>
            <a:r>
              <a:rPr b="1" i="0" lang="en-US" sz="1500" u="none" cap="none" strike="noStrike">
                <a:solidFill>
                  <a:srgbClr val="FFA540"/>
                </a:solidFill>
                <a:latin typeface="Calibri"/>
                <a:ea typeface="Calibri"/>
                <a:cs typeface="Calibri"/>
                <a:sym typeface="Calibri"/>
              </a:rPr>
              <a:t>JAGB709 </a:t>
            </a:r>
            <a:endParaRPr b="1" sz="1500">
              <a:solidFill>
                <a:srgbClr val="FFA5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A540"/>
                </a:solidFill>
                <a:latin typeface="Calibri"/>
                <a:ea typeface="Calibri"/>
                <a:cs typeface="Calibri"/>
                <a:sym typeface="Calibri"/>
              </a:rPr>
              <a:t>       Rodrigo López de Lacalle Estívariz: </a:t>
            </a:r>
            <a:r>
              <a:rPr b="1" i="0" lang="en-US" sz="1500" u="none" cap="none" strike="noStrike">
                <a:solidFill>
                  <a:srgbClr val="FFA540"/>
                </a:solidFill>
                <a:latin typeface="Calibri"/>
                <a:ea typeface="Calibri"/>
                <a:cs typeface="Calibri"/>
                <a:sym typeface="Calibri"/>
              </a:rPr>
              <a:t>Rodrigo-LdL</a:t>
            </a:r>
            <a:endParaRPr sz="1400"/>
          </a:p>
        </p:txBody>
      </p:sp>
      <p:sp>
        <p:nvSpPr>
          <p:cNvPr id="174" name="Google Shape;174;p21"/>
          <p:cNvSpPr/>
          <p:nvPr/>
        </p:nvSpPr>
        <p:spPr>
          <a:xfrm>
            <a:off x="456838" y="5024543"/>
            <a:ext cx="3198000" cy="411300"/>
          </a:xfrm>
          <a:prstGeom prst="rect">
            <a:avLst/>
          </a:prstGeom>
          <a:solidFill>
            <a:srgbClr val="20203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56838" y="5024543"/>
            <a:ext cx="319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50" spcFirstLastPara="1" rIns="91350" wrap="square" tIns="45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github.com/JAGB709/Nutrify</a:t>
            </a:r>
            <a:endParaRPr sz="1400"/>
          </a:p>
        </p:txBody>
      </p:sp>
      <p:sp>
        <p:nvSpPr>
          <p:cNvPr id="176" name="Google Shape;176;p21"/>
          <p:cNvSpPr/>
          <p:nvPr/>
        </p:nvSpPr>
        <p:spPr>
          <a:xfrm>
            <a:off x="10141804" y="5024543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10233172" y="5024543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10415907" y="5024543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10507275" y="5024543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10050437" y="5115899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10324540" y="5115899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10598642" y="5115899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10141804" y="5207254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10233172" y="5207254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10507275" y="5207254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10324540" y="5298609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10415907" y="5298609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10141804" y="5389965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10233172" y="5389965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0324540" y="5389965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10415907" y="5389965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10507275" y="5389965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10141804" y="5481320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10050437" y="5572675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10141804" y="5572675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0233172" y="5572675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0324540" y="5572675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10415907" y="5572675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0507275" y="5572675"/>
            <a:ext cx="82200" cy="82200"/>
          </a:xfrm>
          <a:prstGeom prst="rect">
            <a:avLst/>
          </a:prstGeom>
          <a:solidFill>
            <a:srgbClr val="FFA540"/>
          </a:soli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/>
          <p:nvPr/>
        </p:nvSpPr>
        <p:spPr>
          <a:xfrm>
            <a:off x="799900" y="3095847"/>
            <a:ext cx="3394709" cy="3014345"/>
          </a:xfrm>
          <a:custGeom>
            <a:rect b="b" l="l" r="r" t="t"/>
            <a:pathLst>
              <a:path extrusionOk="0" h="3014345" w="3394709">
                <a:moveTo>
                  <a:pt x="3280538" y="3014292"/>
                </a:moveTo>
                <a:lnTo>
                  <a:pt x="114105" y="3014292"/>
                </a:lnTo>
                <a:lnTo>
                  <a:pt x="102864" y="3013749"/>
                </a:lnTo>
                <a:lnTo>
                  <a:pt x="60261" y="3000802"/>
                </a:lnTo>
                <a:lnTo>
                  <a:pt x="25855" y="2972538"/>
                </a:lnTo>
                <a:lnTo>
                  <a:pt x="4885" y="2933259"/>
                </a:lnTo>
                <a:lnTo>
                  <a:pt x="0" y="2900186"/>
                </a:lnTo>
                <a:lnTo>
                  <a:pt x="0" y="114105"/>
                </a:lnTo>
                <a:lnTo>
                  <a:pt x="8685" y="70438"/>
                </a:lnTo>
                <a:lnTo>
                  <a:pt x="33420" y="33420"/>
                </a:lnTo>
                <a:lnTo>
                  <a:pt x="70438" y="8685"/>
                </a:lnTo>
                <a:lnTo>
                  <a:pt x="114105" y="0"/>
                </a:lnTo>
                <a:lnTo>
                  <a:pt x="3280538" y="0"/>
                </a:lnTo>
                <a:lnTo>
                  <a:pt x="3324204" y="8685"/>
                </a:lnTo>
                <a:lnTo>
                  <a:pt x="3361222" y="33420"/>
                </a:lnTo>
                <a:lnTo>
                  <a:pt x="3385957" y="70438"/>
                </a:lnTo>
                <a:lnTo>
                  <a:pt x="3394644" y="114105"/>
                </a:lnTo>
                <a:lnTo>
                  <a:pt x="3394644" y="2900186"/>
                </a:lnTo>
                <a:lnTo>
                  <a:pt x="3385957" y="2943852"/>
                </a:lnTo>
                <a:lnTo>
                  <a:pt x="3361222" y="2980870"/>
                </a:lnTo>
                <a:lnTo>
                  <a:pt x="3324203" y="3005605"/>
                </a:lnTo>
                <a:lnTo>
                  <a:pt x="3280538" y="301429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799900" y="3095847"/>
            <a:ext cx="3394709" cy="3014344"/>
          </a:xfrm>
          <a:custGeom>
            <a:rect b="b" l="l" r="r" t="t"/>
            <a:pathLst>
              <a:path extrusionOk="0" h="3014344" w="3394709">
                <a:moveTo>
                  <a:pt x="3280538" y="3014292"/>
                </a:moveTo>
                <a:lnTo>
                  <a:pt x="114105" y="3014292"/>
                </a:lnTo>
                <a:lnTo>
                  <a:pt x="102864" y="3013749"/>
                </a:lnTo>
                <a:lnTo>
                  <a:pt x="60261" y="3000802"/>
                </a:lnTo>
                <a:lnTo>
                  <a:pt x="25855" y="2972538"/>
                </a:lnTo>
                <a:lnTo>
                  <a:pt x="4885" y="2933259"/>
                </a:lnTo>
                <a:lnTo>
                  <a:pt x="0" y="2900186"/>
                </a:lnTo>
                <a:lnTo>
                  <a:pt x="0" y="114105"/>
                </a:lnTo>
                <a:lnTo>
                  <a:pt x="8685" y="70438"/>
                </a:lnTo>
                <a:lnTo>
                  <a:pt x="33420" y="33420"/>
                </a:lnTo>
                <a:lnTo>
                  <a:pt x="70438" y="8685"/>
                </a:lnTo>
                <a:lnTo>
                  <a:pt x="114105" y="0"/>
                </a:lnTo>
                <a:lnTo>
                  <a:pt x="3280538" y="0"/>
                </a:lnTo>
                <a:lnTo>
                  <a:pt x="3324204" y="8685"/>
                </a:lnTo>
                <a:lnTo>
                  <a:pt x="3325948" y="9508"/>
                </a:lnTo>
                <a:lnTo>
                  <a:pt x="107237" y="9508"/>
                </a:lnTo>
                <a:lnTo>
                  <a:pt x="100435" y="10178"/>
                </a:lnTo>
                <a:lnTo>
                  <a:pt x="61705" y="23320"/>
                </a:lnTo>
                <a:lnTo>
                  <a:pt x="30951" y="50284"/>
                </a:lnTo>
                <a:lnTo>
                  <a:pt x="12858" y="86963"/>
                </a:lnTo>
                <a:lnTo>
                  <a:pt x="9508" y="107237"/>
                </a:lnTo>
                <a:lnTo>
                  <a:pt x="9508" y="2907054"/>
                </a:lnTo>
                <a:lnTo>
                  <a:pt x="20098" y="2946558"/>
                </a:lnTo>
                <a:lnTo>
                  <a:pt x="45000" y="2979003"/>
                </a:lnTo>
                <a:lnTo>
                  <a:pt x="80423" y="2999449"/>
                </a:lnTo>
                <a:lnTo>
                  <a:pt x="107237" y="3004783"/>
                </a:lnTo>
                <a:lnTo>
                  <a:pt x="3325946" y="3004783"/>
                </a:lnTo>
                <a:lnTo>
                  <a:pt x="3324204" y="3005605"/>
                </a:lnTo>
                <a:lnTo>
                  <a:pt x="3313611" y="3009405"/>
                </a:lnTo>
                <a:lnTo>
                  <a:pt x="3302803" y="3012120"/>
                </a:lnTo>
                <a:lnTo>
                  <a:pt x="3291778" y="3013749"/>
                </a:lnTo>
                <a:lnTo>
                  <a:pt x="3280538" y="3014292"/>
                </a:lnTo>
                <a:close/>
              </a:path>
              <a:path extrusionOk="0" h="3014344" w="3394709">
                <a:moveTo>
                  <a:pt x="3325946" y="3004783"/>
                </a:moveTo>
                <a:lnTo>
                  <a:pt x="3287406" y="3004783"/>
                </a:lnTo>
                <a:lnTo>
                  <a:pt x="3294208" y="3004113"/>
                </a:lnTo>
                <a:lnTo>
                  <a:pt x="3307679" y="3001433"/>
                </a:lnTo>
                <a:lnTo>
                  <a:pt x="3344359" y="2983339"/>
                </a:lnTo>
                <a:lnTo>
                  <a:pt x="3371323" y="2952586"/>
                </a:lnTo>
                <a:lnTo>
                  <a:pt x="3384465" y="2913856"/>
                </a:lnTo>
                <a:lnTo>
                  <a:pt x="3385135" y="2907054"/>
                </a:lnTo>
                <a:lnTo>
                  <a:pt x="3385135" y="107237"/>
                </a:lnTo>
                <a:lnTo>
                  <a:pt x="3374545" y="67733"/>
                </a:lnTo>
                <a:lnTo>
                  <a:pt x="3349643" y="35288"/>
                </a:lnTo>
                <a:lnTo>
                  <a:pt x="3314220" y="14842"/>
                </a:lnTo>
                <a:lnTo>
                  <a:pt x="3287406" y="9508"/>
                </a:lnTo>
                <a:lnTo>
                  <a:pt x="3325948" y="9508"/>
                </a:lnTo>
                <a:lnTo>
                  <a:pt x="3361222" y="33420"/>
                </a:lnTo>
                <a:lnTo>
                  <a:pt x="3385958" y="70438"/>
                </a:lnTo>
                <a:lnTo>
                  <a:pt x="3394644" y="114105"/>
                </a:lnTo>
                <a:lnTo>
                  <a:pt x="3394644" y="2900186"/>
                </a:lnTo>
                <a:lnTo>
                  <a:pt x="3394101" y="2911426"/>
                </a:lnTo>
                <a:lnTo>
                  <a:pt x="3381154" y="2954029"/>
                </a:lnTo>
                <a:lnTo>
                  <a:pt x="3352890" y="2988435"/>
                </a:lnTo>
                <a:lnTo>
                  <a:pt x="3334381" y="3000802"/>
                </a:lnTo>
                <a:lnTo>
                  <a:pt x="3325946" y="3004783"/>
                </a:lnTo>
                <a:close/>
              </a:path>
            </a:pathLst>
          </a:custGeom>
          <a:solidFill>
            <a:srgbClr val="FF5E1F">
              <a:alpha val="102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7566790" y="4556"/>
            <a:ext cx="4563109" cy="5895975"/>
          </a:xfrm>
          <a:custGeom>
            <a:rect b="b" l="l" r="r" t="t"/>
            <a:pathLst>
              <a:path extrusionOk="0" h="5895975" w="4563109">
                <a:moveTo>
                  <a:pt x="3803522" y="5895460"/>
                </a:moveTo>
                <a:lnTo>
                  <a:pt x="3756844" y="5895174"/>
                </a:lnTo>
                <a:lnTo>
                  <a:pt x="3710179" y="5894315"/>
                </a:lnTo>
                <a:lnTo>
                  <a:pt x="3663528" y="5892883"/>
                </a:lnTo>
                <a:lnTo>
                  <a:pt x="3616891" y="5890878"/>
                </a:lnTo>
                <a:lnTo>
                  <a:pt x="3570283" y="5888302"/>
                </a:lnTo>
                <a:lnTo>
                  <a:pt x="3523717" y="5885154"/>
                </a:lnTo>
                <a:lnTo>
                  <a:pt x="3477193" y="5881436"/>
                </a:lnTo>
                <a:lnTo>
                  <a:pt x="3430711" y="5877146"/>
                </a:lnTo>
                <a:lnTo>
                  <a:pt x="3384286" y="5872285"/>
                </a:lnTo>
                <a:lnTo>
                  <a:pt x="3337930" y="5866856"/>
                </a:lnTo>
                <a:lnTo>
                  <a:pt x="3291644" y="5860858"/>
                </a:lnTo>
                <a:lnTo>
                  <a:pt x="3245429" y="5854292"/>
                </a:lnTo>
                <a:lnTo>
                  <a:pt x="3199297" y="5847160"/>
                </a:lnTo>
                <a:lnTo>
                  <a:pt x="3153264" y="5839463"/>
                </a:lnTo>
                <a:lnTo>
                  <a:pt x="3107328" y="5831202"/>
                </a:lnTo>
                <a:lnTo>
                  <a:pt x="3061491" y="5822376"/>
                </a:lnTo>
                <a:lnTo>
                  <a:pt x="3015765" y="5812988"/>
                </a:lnTo>
                <a:lnTo>
                  <a:pt x="2970165" y="5803042"/>
                </a:lnTo>
                <a:lnTo>
                  <a:pt x="2924690" y="5792537"/>
                </a:lnTo>
                <a:lnTo>
                  <a:pt x="2879341" y="5781473"/>
                </a:lnTo>
                <a:lnTo>
                  <a:pt x="2834130" y="5769853"/>
                </a:lnTo>
                <a:lnTo>
                  <a:pt x="2789073" y="5757681"/>
                </a:lnTo>
                <a:lnTo>
                  <a:pt x="2744168" y="5744958"/>
                </a:lnTo>
                <a:lnTo>
                  <a:pt x="2699417" y="5731681"/>
                </a:lnTo>
                <a:lnTo>
                  <a:pt x="2654831" y="5717857"/>
                </a:lnTo>
                <a:lnTo>
                  <a:pt x="2610425" y="5703489"/>
                </a:lnTo>
                <a:lnTo>
                  <a:pt x="2566199" y="5688577"/>
                </a:lnTo>
                <a:lnTo>
                  <a:pt x="2522153" y="5673121"/>
                </a:lnTo>
                <a:lnTo>
                  <a:pt x="2478299" y="5657126"/>
                </a:lnTo>
                <a:lnTo>
                  <a:pt x="2434652" y="5640596"/>
                </a:lnTo>
                <a:lnTo>
                  <a:pt x="2391211" y="5623532"/>
                </a:lnTo>
                <a:lnTo>
                  <a:pt x="2347976" y="5605933"/>
                </a:lnTo>
                <a:lnTo>
                  <a:pt x="2304960" y="5587806"/>
                </a:lnTo>
                <a:lnTo>
                  <a:pt x="2262177" y="5569154"/>
                </a:lnTo>
                <a:lnTo>
                  <a:pt x="2219625" y="5549979"/>
                </a:lnTo>
                <a:lnTo>
                  <a:pt x="2177305" y="5530281"/>
                </a:lnTo>
                <a:lnTo>
                  <a:pt x="2135231" y="5510064"/>
                </a:lnTo>
                <a:lnTo>
                  <a:pt x="2093414" y="5489336"/>
                </a:lnTo>
                <a:lnTo>
                  <a:pt x="2051855" y="5468096"/>
                </a:lnTo>
                <a:lnTo>
                  <a:pt x="2010554" y="5446345"/>
                </a:lnTo>
                <a:lnTo>
                  <a:pt x="1969522" y="5424088"/>
                </a:lnTo>
                <a:lnTo>
                  <a:pt x="1928772" y="5401333"/>
                </a:lnTo>
                <a:lnTo>
                  <a:pt x="1888304" y="5378079"/>
                </a:lnTo>
                <a:lnTo>
                  <a:pt x="1848119" y="5354327"/>
                </a:lnTo>
                <a:lnTo>
                  <a:pt x="1808229" y="5330084"/>
                </a:lnTo>
                <a:lnTo>
                  <a:pt x="1768645" y="5305357"/>
                </a:lnTo>
                <a:lnTo>
                  <a:pt x="1729368" y="5280146"/>
                </a:lnTo>
                <a:lnTo>
                  <a:pt x="1690397" y="5254451"/>
                </a:lnTo>
                <a:lnTo>
                  <a:pt x="1651744" y="5228279"/>
                </a:lnTo>
                <a:lnTo>
                  <a:pt x="1613422" y="5201640"/>
                </a:lnTo>
                <a:lnTo>
                  <a:pt x="1575429" y="5174532"/>
                </a:lnTo>
                <a:lnTo>
                  <a:pt x="1537766" y="5146955"/>
                </a:lnTo>
                <a:lnTo>
                  <a:pt x="1500444" y="5118919"/>
                </a:lnTo>
                <a:lnTo>
                  <a:pt x="1463475" y="5090431"/>
                </a:lnTo>
                <a:lnTo>
                  <a:pt x="1426858" y="5061491"/>
                </a:lnTo>
                <a:lnTo>
                  <a:pt x="1390593" y="5032100"/>
                </a:lnTo>
                <a:lnTo>
                  <a:pt x="1354692" y="5002266"/>
                </a:lnTo>
                <a:lnTo>
                  <a:pt x="1319165" y="4971998"/>
                </a:lnTo>
                <a:lnTo>
                  <a:pt x="1284011" y="4941296"/>
                </a:lnTo>
                <a:lnTo>
                  <a:pt x="1249232" y="4910161"/>
                </a:lnTo>
                <a:lnTo>
                  <a:pt x="1214838" y="4878602"/>
                </a:lnTo>
                <a:lnTo>
                  <a:pt x="1180839" y="4846627"/>
                </a:lnTo>
                <a:lnTo>
                  <a:pt x="1147235" y="4814238"/>
                </a:lnTo>
                <a:lnTo>
                  <a:pt x="1114026" y="4781433"/>
                </a:lnTo>
                <a:lnTo>
                  <a:pt x="1081221" y="4748224"/>
                </a:lnTo>
                <a:lnTo>
                  <a:pt x="1048832" y="4714620"/>
                </a:lnTo>
                <a:lnTo>
                  <a:pt x="1016857" y="4680621"/>
                </a:lnTo>
                <a:lnTo>
                  <a:pt x="985297" y="4646227"/>
                </a:lnTo>
                <a:lnTo>
                  <a:pt x="954162" y="4611448"/>
                </a:lnTo>
                <a:lnTo>
                  <a:pt x="923461" y="4576295"/>
                </a:lnTo>
                <a:lnTo>
                  <a:pt x="893193" y="4540767"/>
                </a:lnTo>
                <a:lnTo>
                  <a:pt x="863359" y="4504866"/>
                </a:lnTo>
                <a:lnTo>
                  <a:pt x="833968" y="4468601"/>
                </a:lnTo>
                <a:lnTo>
                  <a:pt x="805028" y="4431984"/>
                </a:lnTo>
                <a:lnTo>
                  <a:pt x="776540" y="4395015"/>
                </a:lnTo>
                <a:lnTo>
                  <a:pt x="748504" y="4357693"/>
                </a:lnTo>
                <a:lnTo>
                  <a:pt x="720927" y="4320030"/>
                </a:lnTo>
                <a:lnTo>
                  <a:pt x="693819" y="4282036"/>
                </a:lnTo>
                <a:lnTo>
                  <a:pt x="667179" y="4243714"/>
                </a:lnTo>
                <a:lnTo>
                  <a:pt x="641008" y="4205061"/>
                </a:lnTo>
                <a:lnTo>
                  <a:pt x="615313" y="4166090"/>
                </a:lnTo>
                <a:lnTo>
                  <a:pt x="590102" y="4126812"/>
                </a:lnTo>
                <a:lnTo>
                  <a:pt x="565375" y="4087229"/>
                </a:lnTo>
                <a:lnTo>
                  <a:pt x="541132" y="4047338"/>
                </a:lnTo>
                <a:lnTo>
                  <a:pt x="517380" y="4007153"/>
                </a:lnTo>
                <a:lnTo>
                  <a:pt x="494126" y="3966686"/>
                </a:lnTo>
                <a:lnTo>
                  <a:pt x="471371" y="3925936"/>
                </a:lnTo>
                <a:lnTo>
                  <a:pt x="449115" y="3884905"/>
                </a:lnTo>
                <a:lnTo>
                  <a:pt x="427363" y="3843603"/>
                </a:lnTo>
                <a:lnTo>
                  <a:pt x="406123" y="3802043"/>
                </a:lnTo>
                <a:lnTo>
                  <a:pt x="385395" y="3760227"/>
                </a:lnTo>
                <a:lnTo>
                  <a:pt x="365177" y="3718152"/>
                </a:lnTo>
                <a:lnTo>
                  <a:pt x="345479" y="3675833"/>
                </a:lnTo>
                <a:lnTo>
                  <a:pt x="326304" y="3633281"/>
                </a:lnTo>
                <a:lnTo>
                  <a:pt x="307653" y="3590497"/>
                </a:lnTo>
                <a:lnTo>
                  <a:pt x="289525" y="3547482"/>
                </a:lnTo>
                <a:lnTo>
                  <a:pt x="271926" y="3504247"/>
                </a:lnTo>
                <a:lnTo>
                  <a:pt x="254862" y="3460806"/>
                </a:lnTo>
                <a:lnTo>
                  <a:pt x="238332" y="3417158"/>
                </a:lnTo>
                <a:lnTo>
                  <a:pt x="222337" y="3373305"/>
                </a:lnTo>
                <a:lnTo>
                  <a:pt x="206881" y="3329258"/>
                </a:lnTo>
                <a:lnTo>
                  <a:pt x="191970" y="3285032"/>
                </a:lnTo>
                <a:lnTo>
                  <a:pt x="177602" y="3240627"/>
                </a:lnTo>
                <a:lnTo>
                  <a:pt x="163778" y="3196041"/>
                </a:lnTo>
                <a:lnTo>
                  <a:pt x="150502" y="3151290"/>
                </a:lnTo>
                <a:lnTo>
                  <a:pt x="137778" y="3106385"/>
                </a:lnTo>
                <a:lnTo>
                  <a:pt x="125606" y="3061328"/>
                </a:lnTo>
                <a:lnTo>
                  <a:pt x="113986" y="3016118"/>
                </a:lnTo>
                <a:lnTo>
                  <a:pt x="102922" y="2970768"/>
                </a:lnTo>
                <a:lnTo>
                  <a:pt x="92416" y="2925293"/>
                </a:lnTo>
                <a:lnTo>
                  <a:pt x="82470" y="2879693"/>
                </a:lnTo>
                <a:lnTo>
                  <a:pt x="73083" y="2833967"/>
                </a:lnTo>
                <a:lnTo>
                  <a:pt x="64257" y="2788130"/>
                </a:lnTo>
                <a:lnTo>
                  <a:pt x="55995" y="2742194"/>
                </a:lnTo>
                <a:lnTo>
                  <a:pt x="48299" y="2696161"/>
                </a:lnTo>
                <a:lnTo>
                  <a:pt x="41166" y="2650030"/>
                </a:lnTo>
                <a:lnTo>
                  <a:pt x="34601" y="2603814"/>
                </a:lnTo>
                <a:lnTo>
                  <a:pt x="28604" y="2557529"/>
                </a:lnTo>
                <a:lnTo>
                  <a:pt x="23175" y="2511173"/>
                </a:lnTo>
                <a:lnTo>
                  <a:pt x="18315" y="2464747"/>
                </a:lnTo>
                <a:lnTo>
                  <a:pt x="14024" y="2418265"/>
                </a:lnTo>
                <a:lnTo>
                  <a:pt x="10305" y="2371741"/>
                </a:lnTo>
                <a:lnTo>
                  <a:pt x="7157" y="2325175"/>
                </a:lnTo>
                <a:lnTo>
                  <a:pt x="4581" y="2278567"/>
                </a:lnTo>
                <a:lnTo>
                  <a:pt x="2576" y="2231931"/>
                </a:lnTo>
                <a:lnTo>
                  <a:pt x="1145" y="2185280"/>
                </a:lnTo>
                <a:lnTo>
                  <a:pt x="286" y="2138616"/>
                </a:lnTo>
                <a:lnTo>
                  <a:pt x="0" y="2091937"/>
                </a:lnTo>
                <a:lnTo>
                  <a:pt x="286" y="2045258"/>
                </a:lnTo>
                <a:lnTo>
                  <a:pt x="1145" y="1998594"/>
                </a:lnTo>
                <a:lnTo>
                  <a:pt x="2576" y="1951943"/>
                </a:lnTo>
                <a:lnTo>
                  <a:pt x="4581" y="1905307"/>
                </a:lnTo>
                <a:lnTo>
                  <a:pt x="7157" y="1858699"/>
                </a:lnTo>
                <a:lnTo>
                  <a:pt x="10305" y="1812132"/>
                </a:lnTo>
                <a:lnTo>
                  <a:pt x="14024" y="1765608"/>
                </a:lnTo>
                <a:lnTo>
                  <a:pt x="18315" y="1719127"/>
                </a:lnTo>
                <a:lnTo>
                  <a:pt x="23175" y="1672701"/>
                </a:lnTo>
                <a:lnTo>
                  <a:pt x="28604" y="1626345"/>
                </a:lnTo>
                <a:lnTo>
                  <a:pt x="34601" y="1580060"/>
                </a:lnTo>
                <a:lnTo>
                  <a:pt x="41167" y="1533844"/>
                </a:lnTo>
                <a:lnTo>
                  <a:pt x="48299" y="1487713"/>
                </a:lnTo>
                <a:lnTo>
                  <a:pt x="55996" y="1441680"/>
                </a:lnTo>
                <a:lnTo>
                  <a:pt x="64257" y="1395744"/>
                </a:lnTo>
                <a:lnTo>
                  <a:pt x="73083" y="1349907"/>
                </a:lnTo>
                <a:lnTo>
                  <a:pt x="82470" y="1304181"/>
                </a:lnTo>
                <a:lnTo>
                  <a:pt x="92416" y="1258580"/>
                </a:lnTo>
                <a:lnTo>
                  <a:pt x="102922" y="1213106"/>
                </a:lnTo>
                <a:lnTo>
                  <a:pt x="113986" y="1167756"/>
                </a:lnTo>
                <a:lnTo>
                  <a:pt x="125606" y="1122546"/>
                </a:lnTo>
                <a:lnTo>
                  <a:pt x="137777" y="1077489"/>
                </a:lnTo>
                <a:lnTo>
                  <a:pt x="150501" y="1032584"/>
                </a:lnTo>
                <a:lnTo>
                  <a:pt x="163777" y="987833"/>
                </a:lnTo>
                <a:lnTo>
                  <a:pt x="177601" y="943247"/>
                </a:lnTo>
                <a:lnTo>
                  <a:pt x="191969" y="898841"/>
                </a:lnTo>
                <a:lnTo>
                  <a:pt x="206882" y="854615"/>
                </a:lnTo>
                <a:lnTo>
                  <a:pt x="222337" y="810569"/>
                </a:lnTo>
                <a:lnTo>
                  <a:pt x="238333" y="766715"/>
                </a:lnTo>
                <a:lnTo>
                  <a:pt x="254862" y="723068"/>
                </a:lnTo>
                <a:lnTo>
                  <a:pt x="271926" y="679627"/>
                </a:lnTo>
                <a:lnTo>
                  <a:pt x="289525" y="636392"/>
                </a:lnTo>
                <a:lnTo>
                  <a:pt x="307653" y="593376"/>
                </a:lnTo>
                <a:lnTo>
                  <a:pt x="326304" y="550592"/>
                </a:lnTo>
                <a:lnTo>
                  <a:pt x="345479" y="508041"/>
                </a:lnTo>
                <a:lnTo>
                  <a:pt x="365177" y="465721"/>
                </a:lnTo>
                <a:lnTo>
                  <a:pt x="385395" y="423647"/>
                </a:lnTo>
                <a:lnTo>
                  <a:pt x="406123" y="381830"/>
                </a:lnTo>
                <a:lnTo>
                  <a:pt x="427363" y="340271"/>
                </a:lnTo>
                <a:lnTo>
                  <a:pt x="449115" y="298969"/>
                </a:lnTo>
                <a:lnTo>
                  <a:pt x="471371" y="257937"/>
                </a:lnTo>
                <a:lnTo>
                  <a:pt x="494126" y="217187"/>
                </a:lnTo>
                <a:lnTo>
                  <a:pt x="517380" y="176720"/>
                </a:lnTo>
                <a:lnTo>
                  <a:pt x="541132" y="136535"/>
                </a:lnTo>
                <a:lnTo>
                  <a:pt x="565375" y="96645"/>
                </a:lnTo>
                <a:lnTo>
                  <a:pt x="590102" y="57061"/>
                </a:lnTo>
                <a:lnTo>
                  <a:pt x="615313" y="17784"/>
                </a:lnTo>
                <a:lnTo>
                  <a:pt x="627039" y="0"/>
                </a:lnTo>
                <a:lnTo>
                  <a:pt x="4562645" y="0"/>
                </a:lnTo>
                <a:lnTo>
                  <a:pt x="4562645" y="5818866"/>
                </a:lnTo>
                <a:lnTo>
                  <a:pt x="4545551" y="5822376"/>
                </a:lnTo>
                <a:lnTo>
                  <a:pt x="4499713" y="5831202"/>
                </a:lnTo>
                <a:lnTo>
                  <a:pt x="4453778" y="5839463"/>
                </a:lnTo>
                <a:lnTo>
                  <a:pt x="4407745" y="5847160"/>
                </a:lnTo>
                <a:lnTo>
                  <a:pt x="4361613" y="5854292"/>
                </a:lnTo>
                <a:lnTo>
                  <a:pt x="4315398" y="5860858"/>
                </a:lnTo>
                <a:lnTo>
                  <a:pt x="4269113" y="5866856"/>
                </a:lnTo>
                <a:lnTo>
                  <a:pt x="4222758" y="5872285"/>
                </a:lnTo>
                <a:lnTo>
                  <a:pt x="4176332" y="5877146"/>
                </a:lnTo>
                <a:lnTo>
                  <a:pt x="4129850" y="5881436"/>
                </a:lnTo>
                <a:lnTo>
                  <a:pt x="4083326" y="5885154"/>
                </a:lnTo>
                <a:lnTo>
                  <a:pt x="4036760" y="5888302"/>
                </a:lnTo>
                <a:lnTo>
                  <a:pt x="3990151" y="5890878"/>
                </a:lnTo>
                <a:lnTo>
                  <a:pt x="3943515" y="5892883"/>
                </a:lnTo>
                <a:lnTo>
                  <a:pt x="3896865" y="5894315"/>
                </a:lnTo>
                <a:lnTo>
                  <a:pt x="3850201" y="5895174"/>
                </a:lnTo>
                <a:lnTo>
                  <a:pt x="3803522" y="5895460"/>
                </a:lnTo>
                <a:close/>
              </a:path>
            </a:pathLst>
          </a:custGeom>
          <a:solidFill>
            <a:srgbClr val="FF5E1F">
              <a:alpha val="51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752758" y="348634"/>
            <a:ext cx="46032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 I S I Ó N</a:t>
            </a:r>
            <a:r>
              <a:rPr lang="en-US" sz="10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	</a:t>
            </a:r>
            <a:r>
              <a:rPr lang="en-US" sz="10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 E N E R A L	D E L	S I S T E M A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$PPTXTitle" id="208" name="Google Shape;208;p22"/>
          <p:cNvSpPr txBox="1"/>
          <p:nvPr>
            <p:ph type="title"/>
          </p:nvPr>
        </p:nvSpPr>
        <p:spPr>
          <a:xfrm>
            <a:off x="752759" y="550272"/>
            <a:ext cx="11237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lus Jakarta Sans"/>
                <a:ea typeface="Plus Jakarta Sans"/>
                <a:cs typeface="Plus Jakarta Sans"/>
                <a:sym typeface="Plus Jakarta Sans"/>
              </a:rPr>
              <a:t>¿Qué es Nutrify?</a:t>
            </a:r>
            <a:endParaRPr b="1"/>
          </a:p>
        </p:txBody>
      </p:sp>
      <p:sp>
        <p:nvSpPr>
          <p:cNvPr id="209" name="Google Shape;209;p22"/>
          <p:cNvSpPr/>
          <p:nvPr/>
        </p:nvSpPr>
        <p:spPr>
          <a:xfrm>
            <a:off x="770188" y="1749225"/>
            <a:ext cx="76200" cy="1094105"/>
          </a:xfrm>
          <a:custGeom>
            <a:rect b="b" l="l" r="r" t="t"/>
            <a:pathLst>
              <a:path extrusionOk="0" h="1094105" w="76200">
                <a:moveTo>
                  <a:pt x="76070" y="1093512"/>
                </a:moveTo>
                <a:lnTo>
                  <a:pt x="0" y="1093512"/>
                </a:lnTo>
                <a:lnTo>
                  <a:pt x="0" y="0"/>
                </a:lnTo>
                <a:lnTo>
                  <a:pt x="76070" y="0"/>
                </a:lnTo>
                <a:lnTo>
                  <a:pt x="76070" y="1093512"/>
                </a:lnTo>
                <a:close/>
              </a:path>
            </a:pathLst>
          </a:custGeom>
          <a:solidFill>
            <a:srgbClr val="FF5E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1066550" y="1815705"/>
            <a:ext cx="9792600" cy="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48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Nutrify transforma ingredientes aislados en </a:t>
            </a:r>
            <a:r>
              <a:rPr b="1" lang="en-US" sz="2400">
                <a:solidFill>
                  <a:srgbClr val="FF2D5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recomendaciones culinarias precisas</a:t>
            </a:r>
            <a:r>
              <a:rPr b="1" lang="en-US" sz="2400">
                <a:solidFill>
                  <a:srgbClr val="0D1117"/>
                </a:solidFill>
                <a:highlight>
                  <a:srgbClr val="FDFDFD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6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mediante</a:t>
            </a:r>
            <a:r>
              <a:rPr lang="en-US" sz="260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6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inteligencia artificial y agentes.</a:t>
            </a:r>
            <a:endParaRPr sz="2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1561007" y="3473243"/>
            <a:ext cx="1632839" cy="201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PROBLEMA</a:t>
            </a:r>
            <a:endParaRPr sz="11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1066549" y="3944865"/>
            <a:ext cx="2524760" cy="10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5080" rtl="0" algn="l">
              <a:lnSpc>
                <a:spcPct val="13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Usuarios que disponen de ingredientes específicos pero carecen de ideas o conocimientos para elaborar recetas equilibradas.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13" name="Google Shape;213;p22"/>
          <p:cNvGrpSpPr/>
          <p:nvPr/>
        </p:nvGrpSpPr>
        <p:grpSpPr>
          <a:xfrm>
            <a:off x="4393069" y="3071344"/>
            <a:ext cx="3394710" cy="3014345"/>
            <a:chOff x="4393069" y="3071344"/>
            <a:chExt cx="3394710" cy="3014345"/>
          </a:xfrm>
        </p:grpSpPr>
        <p:sp>
          <p:nvSpPr>
            <p:cNvPr id="214" name="Google Shape;214;p22"/>
            <p:cNvSpPr/>
            <p:nvPr/>
          </p:nvSpPr>
          <p:spPr>
            <a:xfrm>
              <a:off x="4393069" y="3071344"/>
              <a:ext cx="3394710" cy="3014345"/>
            </a:xfrm>
            <a:custGeom>
              <a:rect b="b" l="l" r="r" t="t"/>
              <a:pathLst>
                <a:path extrusionOk="0" h="3014345" w="3394709">
                  <a:moveTo>
                    <a:pt x="3280538" y="3014292"/>
                  </a:moveTo>
                  <a:lnTo>
                    <a:pt x="114105" y="3014292"/>
                  </a:lnTo>
                  <a:lnTo>
                    <a:pt x="102864" y="3013749"/>
                  </a:lnTo>
                  <a:lnTo>
                    <a:pt x="60261" y="3000802"/>
                  </a:lnTo>
                  <a:lnTo>
                    <a:pt x="25855" y="2972538"/>
                  </a:lnTo>
                  <a:lnTo>
                    <a:pt x="4885" y="2933259"/>
                  </a:lnTo>
                  <a:lnTo>
                    <a:pt x="0" y="2900186"/>
                  </a:lnTo>
                  <a:lnTo>
                    <a:pt x="0" y="114105"/>
                  </a:lnTo>
                  <a:lnTo>
                    <a:pt x="8685" y="70438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3280538" y="0"/>
                  </a:lnTo>
                  <a:lnTo>
                    <a:pt x="3324204" y="8685"/>
                  </a:lnTo>
                  <a:lnTo>
                    <a:pt x="3361222" y="33420"/>
                  </a:lnTo>
                  <a:lnTo>
                    <a:pt x="3385957" y="70438"/>
                  </a:lnTo>
                  <a:lnTo>
                    <a:pt x="3394644" y="114105"/>
                  </a:lnTo>
                  <a:lnTo>
                    <a:pt x="3394644" y="2900186"/>
                  </a:lnTo>
                  <a:lnTo>
                    <a:pt x="3385957" y="2943852"/>
                  </a:lnTo>
                  <a:lnTo>
                    <a:pt x="3361222" y="2980870"/>
                  </a:lnTo>
                  <a:lnTo>
                    <a:pt x="3324203" y="3005605"/>
                  </a:lnTo>
                  <a:lnTo>
                    <a:pt x="3280538" y="3014292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4393069" y="3071344"/>
              <a:ext cx="3394710" cy="3014345"/>
            </a:xfrm>
            <a:custGeom>
              <a:rect b="b" l="l" r="r" t="t"/>
              <a:pathLst>
                <a:path extrusionOk="0" h="3014344" w="3394709">
                  <a:moveTo>
                    <a:pt x="3280538" y="3014292"/>
                  </a:moveTo>
                  <a:lnTo>
                    <a:pt x="114105" y="3014292"/>
                  </a:lnTo>
                  <a:lnTo>
                    <a:pt x="102864" y="3013749"/>
                  </a:lnTo>
                  <a:lnTo>
                    <a:pt x="60261" y="3000802"/>
                  </a:lnTo>
                  <a:lnTo>
                    <a:pt x="25855" y="2972538"/>
                  </a:lnTo>
                  <a:lnTo>
                    <a:pt x="4885" y="2933259"/>
                  </a:lnTo>
                  <a:lnTo>
                    <a:pt x="0" y="2900186"/>
                  </a:lnTo>
                  <a:lnTo>
                    <a:pt x="0" y="114105"/>
                  </a:lnTo>
                  <a:lnTo>
                    <a:pt x="8685" y="70438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3280538" y="0"/>
                  </a:lnTo>
                  <a:lnTo>
                    <a:pt x="3324204" y="8685"/>
                  </a:lnTo>
                  <a:lnTo>
                    <a:pt x="3325948" y="9508"/>
                  </a:lnTo>
                  <a:lnTo>
                    <a:pt x="107237" y="9508"/>
                  </a:lnTo>
                  <a:lnTo>
                    <a:pt x="100435" y="10178"/>
                  </a:lnTo>
                  <a:lnTo>
                    <a:pt x="61705" y="23320"/>
                  </a:lnTo>
                  <a:lnTo>
                    <a:pt x="30951" y="50284"/>
                  </a:lnTo>
                  <a:lnTo>
                    <a:pt x="12858" y="86963"/>
                  </a:lnTo>
                  <a:lnTo>
                    <a:pt x="9508" y="107237"/>
                  </a:lnTo>
                  <a:lnTo>
                    <a:pt x="9508" y="2907054"/>
                  </a:lnTo>
                  <a:lnTo>
                    <a:pt x="20098" y="2946558"/>
                  </a:lnTo>
                  <a:lnTo>
                    <a:pt x="45000" y="2979003"/>
                  </a:lnTo>
                  <a:lnTo>
                    <a:pt x="80423" y="2999449"/>
                  </a:lnTo>
                  <a:lnTo>
                    <a:pt x="107237" y="3004783"/>
                  </a:lnTo>
                  <a:lnTo>
                    <a:pt x="3325946" y="3004783"/>
                  </a:lnTo>
                  <a:lnTo>
                    <a:pt x="3324204" y="3005605"/>
                  </a:lnTo>
                  <a:lnTo>
                    <a:pt x="3313611" y="3009405"/>
                  </a:lnTo>
                  <a:lnTo>
                    <a:pt x="3302803" y="3012120"/>
                  </a:lnTo>
                  <a:lnTo>
                    <a:pt x="3291778" y="3013749"/>
                  </a:lnTo>
                  <a:lnTo>
                    <a:pt x="3280538" y="3014292"/>
                  </a:lnTo>
                  <a:close/>
                </a:path>
                <a:path extrusionOk="0" h="3014344" w="3394709">
                  <a:moveTo>
                    <a:pt x="3325946" y="3004783"/>
                  </a:moveTo>
                  <a:lnTo>
                    <a:pt x="3287406" y="3004783"/>
                  </a:lnTo>
                  <a:lnTo>
                    <a:pt x="3294208" y="3004113"/>
                  </a:lnTo>
                  <a:lnTo>
                    <a:pt x="3307679" y="3001433"/>
                  </a:lnTo>
                  <a:lnTo>
                    <a:pt x="3344359" y="2983339"/>
                  </a:lnTo>
                  <a:lnTo>
                    <a:pt x="3371323" y="2952586"/>
                  </a:lnTo>
                  <a:lnTo>
                    <a:pt x="3384465" y="2913856"/>
                  </a:lnTo>
                  <a:lnTo>
                    <a:pt x="3385135" y="2907054"/>
                  </a:lnTo>
                  <a:lnTo>
                    <a:pt x="3385135" y="107237"/>
                  </a:lnTo>
                  <a:lnTo>
                    <a:pt x="3374545" y="67733"/>
                  </a:lnTo>
                  <a:lnTo>
                    <a:pt x="3349643" y="35288"/>
                  </a:lnTo>
                  <a:lnTo>
                    <a:pt x="3314220" y="14842"/>
                  </a:lnTo>
                  <a:lnTo>
                    <a:pt x="3287406" y="9508"/>
                  </a:lnTo>
                  <a:lnTo>
                    <a:pt x="3325948" y="9508"/>
                  </a:lnTo>
                  <a:lnTo>
                    <a:pt x="3361222" y="33420"/>
                  </a:lnTo>
                  <a:lnTo>
                    <a:pt x="3385958" y="70438"/>
                  </a:lnTo>
                  <a:lnTo>
                    <a:pt x="3394644" y="114105"/>
                  </a:lnTo>
                  <a:lnTo>
                    <a:pt x="3394644" y="2900186"/>
                  </a:lnTo>
                  <a:lnTo>
                    <a:pt x="3394101" y="2911426"/>
                  </a:lnTo>
                  <a:lnTo>
                    <a:pt x="3381154" y="2954029"/>
                  </a:lnTo>
                  <a:lnTo>
                    <a:pt x="3352890" y="2988435"/>
                  </a:lnTo>
                  <a:lnTo>
                    <a:pt x="3334381" y="3000802"/>
                  </a:lnTo>
                  <a:lnTo>
                    <a:pt x="3325946" y="3004783"/>
                  </a:lnTo>
                  <a:close/>
                </a:path>
              </a:pathLst>
            </a:custGeom>
            <a:solidFill>
              <a:srgbClr val="FF5E1F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16" name="Google Shape;216;p22"/>
            <p:cNvSpPr/>
            <p:nvPr/>
          </p:nvSpPr>
          <p:spPr>
            <a:xfrm>
              <a:off x="4706859" y="3385135"/>
              <a:ext cx="380365" cy="380365"/>
            </a:xfrm>
            <a:custGeom>
              <a:rect b="b" l="l" r="r" t="t"/>
              <a:pathLst>
                <a:path extrusionOk="0" h="380364" w="380364">
                  <a:moveTo>
                    <a:pt x="190176" y="380352"/>
                  </a:moveTo>
                  <a:lnTo>
                    <a:pt x="143955" y="374651"/>
                  </a:lnTo>
                  <a:lnTo>
                    <a:pt x="100525" y="357898"/>
                  </a:lnTo>
                  <a:lnTo>
                    <a:pt x="62468" y="331095"/>
                  </a:lnTo>
                  <a:lnTo>
                    <a:pt x="32049" y="295831"/>
                  </a:lnTo>
                  <a:lnTo>
                    <a:pt x="11111" y="254233"/>
                  </a:lnTo>
                  <a:lnTo>
                    <a:pt x="913" y="208816"/>
                  </a:lnTo>
                  <a:lnTo>
                    <a:pt x="0" y="190176"/>
                  </a:lnTo>
                  <a:lnTo>
                    <a:pt x="228" y="180833"/>
                  </a:lnTo>
                  <a:lnTo>
                    <a:pt x="8186" y="134969"/>
                  </a:lnTo>
                  <a:lnTo>
                    <a:pt x="27048" y="92414"/>
                  </a:lnTo>
                  <a:lnTo>
                    <a:pt x="55700" y="55700"/>
                  </a:lnTo>
                  <a:lnTo>
                    <a:pt x="92414" y="27049"/>
                  </a:lnTo>
                  <a:lnTo>
                    <a:pt x="134969" y="8186"/>
                  </a:lnTo>
                  <a:lnTo>
                    <a:pt x="180833" y="228"/>
                  </a:lnTo>
                  <a:lnTo>
                    <a:pt x="190176" y="0"/>
                  </a:lnTo>
                  <a:lnTo>
                    <a:pt x="199518" y="228"/>
                  </a:lnTo>
                  <a:lnTo>
                    <a:pt x="245381" y="8186"/>
                  </a:lnTo>
                  <a:lnTo>
                    <a:pt x="287936" y="27049"/>
                  </a:lnTo>
                  <a:lnTo>
                    <a:pt x="324650" y="55700"/>
                  </a:lnTo>
                  <a:lnTo>
                    <a:pt x="353301" y="92414"/>
                  </a:lnTo>
                  <a:lnTo>
                    <a:pt x="372165" y="134969"/>
                  </a:lnTo>
                  <a:lnTo>
                    <a:pt x="380123" y="180833"/>
                  </a:lnTo>
                  <a:lnTo>
                    <a:pt x="380352" y="190176"/>
                  </a:lnTo>
                  <a:lnTo>
                    <a:pt x="380123" y="199518"/>
                  </a:lnTo>
                  <a:lnTo>
                    <a:pt x="372165" y="245381"/>
                  </a:lnTo>
                  <a:lnTo>
                    <a:pt x="353301" y="287936"/>
                  </a:lnTo>
                  <a:lnTo>
                    <a:pt x="324650" y="324650"/>
                  </a:lnTo>
                  <a:lnTo>
                    <a:pt x="287936" y="353302"/>
                  </a:lnTo>
                  <a:lnTo>
                    <a:pt x="245381" y="372165"/>
                  </a:lnTo>
                  <a:lnTo>
                    <a:pt x="199518" y="380123"/>
                  </a:lnTo>
                  <a:lnTo>
                    <a:pt x="190176" y="380352"/>
                  </a:lnTo>
                  <a:close/>
                </a:path>
              </a:pathLst>
            </a:custGeom>
            <a:solidFill>
              <a:srgbClr val="8B00FF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217" name="Google Shape;217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01947" y="3480223"/>
              <a:ext cx="190176" cy="190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2"/>
          <p:cNvSpPr txBox="1"/>
          <p:nvPr/>
        </p:nvSpPr>
        <p:spPr>
          <a:xfrm>
            <a:off x="5186983" y="3473243"/>
            <a:ext cx="1702943" cy="201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SOLUCI ÓN</a:t>
            </a:r>
            <a:endParaRPr sz="11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4920736" y="4000016"/>
            <a:ext cx="3732784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de Recuperación (TF-IDF)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4920736" y="4418404"/>
            <a:ext cx="2978404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Pipeline de NLP avanzado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920736" y="4836791"/>
            <a:ext cx="307060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Ontología RDFS Semántica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22" name="Google Shape;222;p22"/>
          <p:cNvGrpSpPr/>
          <p:nvPr/>
        </p:nvGrpSpPr>
        <p:grpSpPr>
          <a:xfrm>
            <a:off x="8015924" y="3071344"/>
            <a:ext cx="3404235" cy="3014345"/>
            <a:chOff x="8015924" y="3071344"/>
            <a:chExt cx="3404235" cy="3014345"/>
          </a:xfrm>
        </p:grpSpPr>
        <p:sp>
          <p:nvSpPr>
            <p:cNvPr id="223" name="Google Shape;223;p22"/>
            <p:cNvSpPr/>
            <p:nvPr/>
          </p:nvSpPr>
          <p:spPr>
            <a:xfrm>
              <a:off x="8015924" y="3071344"/>
              <a:ext cx="3404235" cy="3014345"/>
            </a:xfrm>
            <a:custGeom>
              <a:rect b="b" l="l" r="r" t="t"/>
              <a:pathLst>
                <a:path extrusionOk="0" h="3014345" w="3404234">
                  <a:moveTo>
                    <a:pt x="3297538" y="3014291"/>
                  </a:moveTo>
                  <a:lnTo>
                    <a:pt x="106613" y="3014291"/>
                  </a:lnTo>
                  <a:lnTo>
                    <a:pt x="99192" y="3013560"/>
                  </a:lnTo>
                  <a:lnTo>
                    <a:pt x="56940" y="2999222"/>
                  </a:lnTo>
                  <a:lnTo>
                    <a:pt x="23391" y="2969808"/>
                  </a:lnTo>
                  <a:lnTo>
                    <a:pt x="3653" y="2929795"/>
                  </a:lnTo>
                  <a:lnTo>
                    <a:pt x="0" y="2907678"/>
                  </a:lnTo>
                  <a:lnTo>
                    <a:pt x="0" y="2900186"/>
                  </a:lnTo>
                  <a:lnTo>
                    <a:pt x="0" y="106613"/>
                  </a:lnTo>
                  <a:lnTo>
                    <a:pt x="11552" y="63517"/>
                  </a:lnTo>
                  <a:lnTo>
                    <a:pt x="38718" y="28122"/>
                  </a:lnTo>
                  <a:lnTo>
                    <a:pt x="77360" y="5818"/>
                  </a:lnTo>
                  <a:lnTo>
                    <a:pt x="106613" y="0"/>
                  </a:lnTo>
                  <a:lnTo>
                    <a:pt x="3297538" y="0"/>
                  </a:lnTo>
                  <a:lnTo>
                    <a:pt x="3340634" y="11552"/>
                  </a:lnTo>
                  <a:lnTo>
                    <a:pt x="3376029" y="38718"/>
                  </a:lnTo>
                  <a:lnTo>
                    <a:pt x="3398333" y="77361"/>
                  </a:lnTo>
                  <a:lnTo>
                    <a:pt x="3404153" y="106613"/>
                  </a:lnTo>
                  <a:lnTo>
                    <a:pt x="3404153" y="2907678"/>
                  </a:lnTo>
                  <a:lnTo>
                    <a:pt x="3392599" y="2950773"/>
                  </a:lnTo>
                  <a:lnTo>
                    <a:pt x="3365433" y="2986168"/>
                  </a:lnTo>
                  <a:lnTo>
                    <a:pt x="3326791" y="3008472"/>
                  </a:lnTo>
                  <a:lnTo>
                    <a:pt x="3304959" y="3013560"/>
                  </a:lnTo>
                  <a:lnTo>
                    <a:pt x="3297538" y="3014291"/>
                  </a:lnTo>
                  <a:close/>
                </a:path>
              </a:pathLst>
            </a:custGeom>
            <a:solidFill>
              <a:srgbClr val="1A1A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224" name="Google Shape;224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2949" y="3071344"/>
              <a:ext cx="1187895" cy="380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p22"/>
          <p:cNvSpPr txBox="1"/>
          <p:nvPr/>
        </p:nvSpPr>
        <p:spPr>
          <a:xfrm>
            <a:off x="8308992" y="3611060"/>
            <a:ext cx="1928495" cy="90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</a:t>
            </a:r>
            <a:r>
              <a:rPr lang="en-US" sz="1200">
                <a:solidFill>
                  <a:srgbClr val="FEFEF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RECETAS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FD5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+2 Sugerencias de temporada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8320206" y="4992123"/>
            <a:ext cx="2795905" cy="9525"/>
          </a:xfrm>
          <a:custGeom>
            <a:rect b="b" l="l" r="r" t="t"/>
            <a:pathLst>
              <a:path extrusionOk="0" h="9525" w="2795904">
                <a:moveTo>
                  <a:pt x="2795589" y="9508"/>
                </a:moveTo>
                <a:lnTo>
                  <a:pt x="0" y="9508"/>
                </a:lnTo>
                <a:lnTo>
                  <a:pt x="0" y="0"/>
                </a:lnTo>
                <a:lnTo>
                  <a:pt x="2795589" y="0"/>
                </a:lnTo>
                <a:lnTo>
                  <a:pt x="2795589" y="9508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8308992" y="5111003"/>
            <a:ext cx="1392555" cy="65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20,012</a:t>
            </a:r>
            <a:endParaRPr sz="295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EFEF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DE RECETAS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8308992" y="3361037"/>
            <a:ext cx="3448177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EFEF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 E S U LTAD O S D E L S I S T E M A</a:t>
            </a:r>
            <a:endParaRPr sz="9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9" name="Google Shape;229;p22"/>
          <p:cNvPicPr preferRelativeResize="0"/>
          <p:nvPr/>
        </p:nvPicPr>
        <p:blipFill rotWithShape="1">
          <a:blip r:embed="rId5">
            <a:alphaModFix/>
          </a:blip>
          <a:srcRect b="0" l="241400" r="-241400" t="0"/>
          <a:stretch/>
        </p:blipFill>
        <p:spPr>
          <a:xfrm>
            <a:off x="2817749" y="3016250"/>
            <a:ext cx="5143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6493" y="3341569"/>
            <a:ext cx="45720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/>
          <p:nvPr/>
        </p:nvSpPr>
        <p:spPr>
          <a:xfrm>
            <a:off x="9508" y="1901761"/>
            <a:ext cx="3803650" cy="3803650"/>
          </a:xfrm>
          <a:custGeom>
            <a:rect b="b" l="l" r="r" t="t"/>
            <a:pathLst>
              <a:path extrusionOk="0" h="3803650" w="3803650">
                <a:moveTo>
                  <a:pt x="0" y="0"/>
                </a:moveTo>
                <a:lnTo>
                  <a:pt x="3803522" y="3803522"/>
                </a:lnTo>
              </a:path>
            </a:pathLst>
          </a:custGeom>
          <a:noFill/>
          <a:ln cap="flat" cmpd="sng" w="19000">
            <a:solidFill>
              <a:srgbClr val="FF5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36" name="Google Shape;236;p23"/>
          <p:cNvGrpSpPr/>
          <p:nvPr/>
        </p:nvGrpSpPr>
        <p:grpSpPr>
          <a:xfrm>
            <a:off x="7616554" y="0"/>
            <a:ext cx="4563110" cy="4279265"/>
            <a:chOff x="7616554" y="0"/>
            <a:chExt cx="4563110" cy="4279265"/>
          </a:xfrm>
        </p:grpSpPr>
        <p:sp>
          <p:nvSpPr>
            <p:cNvPr id="237" name="Google Shape;237;p23"/>
            <p:cNvSpPr/>
            <p:nvPr/>
          </p:nvSpPr>
          <p:spPr>
            <a:xfrm>
              <a:off x="8567435" y="0"/>
              <a:ext cx="3611879" cy="3611879"/>
            </a:xfrm>
            <a:custGeom>
              <a:rect b="b" l="l" r="r" t="t"/>
              <a:pathLst>
                <a:path extrusionOk="0" h="3611879" w="3611879">
                  <a:moveTo>
                    <a:pt x="0" y="0"/>
                  </a:moveTo>
                  <a:lnTo>
                    <a:pt x="3611765" y="3611765"/>
                  </a:lnTo>
                </a:path>
              </a:pathLst>
            </a:custGeom>
            <a:noFill/>
            <a:ln cap="flat" cmpd="sng" w="19000">
              <a:solidFill>
                <a:srgbClr val="FF5E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7616554" y="0"/>
              <a:ext cx="4563110" cy="4279265"/>
            </a:xfrm>
            <a:custGeom>
              <a:rect b="b" l="l" r="r" t="t"/>
              <a:pathLst>
                <a:path extrusionOk="0" h="4279265" w="4563109">
                  <a:moveTo>
                    <a:pt x="4562645" y="3709554"/>
                  </a:moveTo>
                  <a:lnTo>
                    <a:pt x="4523709" y="3738266"/>
                  </a:lnTo>
                  <a:lnTo>
                    <a:pt x="4466472" y="3778577"/>
                  </a:lnTo>
                  <a:lnTo>
                    <a:pt x="4408254" y="3817477"/>
                  </a:lnTo>
                  <a:lnTo>
                    <a:pt x="4349108" y="3854930"/>
                  </a:lnTo>
                  <a:lnTo>
                    <a:pt x="4289052" y="3890927"/>
                  </a:lnTo>
                  <a:lnTo>
                    <a:pt x="4228140" y="3925433"/>
                  </a:lnTo>
                  <a:lnTo>
                    <a:pt x="4166390" y="3958440"/>
                  </a:lnTo>
                  <a:lnTo>
                    <a:pt x="4103857" y="3989916"/>
                  </a:lnTo>
                  <a:lnTo>
                    <a:pt x="4040561" y="4019852"/>
                  </a:lnTo>
                  <a:lnTo>
                    <a:pt x="3976560" y="4048222"/>
                  </a:lnTo>
                  <a:lnTo>
                    <a:pt x="3911872" y="4075017"/>
                  </a:lnTo>
                  <a:lnTo>
                    <a:pt x="3846557" y="4100212"/>
                  </a:lnTo>
                  <a:lnTo>
                    <a:pt x="3780632" y="4123800"/>
                  </a:lnTo>
                  <a:lnTo>
                    <a:pt x="3714158" y="4145761"/>
                  </a:lnTo>
                  <a:lnTo>
                    <a:pt x="3647155" y="4166086"/>
                  </a:lnTo>
                  <a:lnTo>
                    <a:pt x="3579683" y="4184758"/>
                  </a:lnTo>
                  <a:lnTo>
                    <a:pt x="3511764" y="4201771"/>
                  </a:lnTo>
                  <a:lnTo>
                    <a:pt x="3443457" y="4217109"/>
                  </a:lnTo>
                  <a:lnTo>
                    <a:pt x="3374786" y="4230769"/>
                  </a:lnTo>
                  <a:lnTo>
                    <a:pt x="3305809" y="4242738"/>
                  </a:lnTo>
                  <a:lnTo>
                    <a:pt x="3236549" y="4253012"/>
                  </a:lnTo>
                  <a:lnTo>
                    <a:pt x="3167068" y="4261581"/>
                  </a:lnTo>
                  <a:lnTo>
                    <a:pt x="3097387" y="4268444"/>
                  </a:lnTo>
                  <a:lnTo>
                    <a:pt x="3027569" y="4273594"/>
                  </a:lnTo>
                  <a:lnTo>
                    <a:pt x="2957636" y="4277030"/>
                  </a:lnTo>
                  <a:lnTo>
                    <a:pt x="2887650" y="4278748"/>
                  </a:lnTo>
                  <a:lnTo>
                    <a:pt x="2852642" y="4278963"/>
                  </a:lnTo>
                  <a:lnTo>
                    <a:pt x="2817632" y="4278748"/>
                  </a:lnTo>
                  <a:lnTo>
                    <a:pt x="2747646" y="4277030"/>
                  </a:lnTo>
                  <a:lnTo>
                    <a:pt x="2677713" y="4273594"/>
                  </a:lnTo>
                  <a:lnTo>
                    <a:pt x="2607895" y="4268444"/>
                  </a:lnTo>
                  <a:lnTo>
                    <a:pt x="2538214" y="4261582"/>
                  </a:lnTo>
                  <a:lnTo>
                    <a:pt x="2468732" y="4253012"/>
                  </a:lnTo>
                  <a:lnTo>
                    <a:pt x="2399472" y="4242738"/>
                  </a:lnTo>
                  <a:lnTo>
                    <a:pt x="2330495" y="4230769"/>
                  </a:lnTo>
                  <a:lnTo>
                    <a:pt x="2261824" y="4217109"/>
                  </a:lnTo>
                  <a:lnTo>
                    <a:pt x="2193517" y="4201771"/>
                  </a:lnTo>
                  <a:lnTo>
                    <a:pt x="2125597" y="4184758"/>
                  </a:lnTo>
                  <a:lnTo>
                    <a:pt x="2058126" y="4166086"/>
                  </a:lnTo>
                  <a:lnTo>
                    <a:pt x="1991123" y="4145761"/>
                  </a:lnTo>
                  <a:lnTo>
                    <a:pt x="1924649" y="4123800"/>
                  </a:lnTo>
                  <a:lnTo>
                    <a:pt x="1858724" y="4100212"/>
                  </a:lnTo>
                  <a:lnTo>
                    <a:pt x="1793407" y="4075017"/>
                  </a:lnTo>
                  <a:lnTo>
                    <a:pt x="1728720" y="4048222"/>
                  </a:lnTo>
                  <a:lnTo>
                    <a:pt x="1664718" y="4019852"/>
                  </a:lnTo>
                  <a:lnTo>
                    <a:pt x="1601423" y="3989916"/>
                  </a:lnTo>
                  <a:lnTo>
                    <a:pt x="1538891" y="3958440"/>
                  </a:lnTo>
                  <a:lnTo>
                    <a:pt x="1477140" y="3925433"/>
                  </a:lnTo>
                  <a:lnTo>
                    <a:pt x="1416228" y="3890927"/>
                  </a:lnTo>
                  <a:lnTo>
                    <a:pt x="1356172" y="3854930"/>
                  </a:lnTo>
                  <a:lnTo>
                    <a:pt x="1297026" y="3817477"/>
                  </a:lnTo>
                  <a:lnTo>
                    <a:pt x="1238808" y="3778577"/>
                  </a:lnTo>
                  <a:lnTo>
                    <a:pt x="1181571" y="3738266"/>
                  </a:lnTo>
                  <a:lnTo>
                    <a:pt x="1125332" y="3696557"/>
                  </a:lnTo>
                  <a:lnTo>
                    <a:pt x="1070143" y="3653486"/>
                  </a:lnTo>
                  <a:lnTo>
                    <a:pt x="1016019" y="3609067"/>
                  </a:lnTo>
                  <a:lnTo>
                    <a:pt x="963008" y="3563341"/>
                  </a:lnTo>
                  <a:lnTo>
                    <a:pt x="911128" y="3516319"/>
                  </a:lnTo>
                  <a:lnTo>
                    <a:pt x="860425" y="3468046"/>
                  </a:lnTo>
                  <a:lnTo>
                    <a:pt x="810915" y="3418536"/>
                  </a:lnTo>
                  <a:lnTo>
                    <a:pt x="762642" y="3367834"/>
                  </a:lnTo>
                  <a:lnTo>
                    <a:pt x="715621" y="3315954"/>
                  </a:lnTo>
                  <a:lnTo>
                    <a:pt x="669894" y="3262944"/>
                  </a:lnTo>
                  <a:lnTo>
                    <a:pt x="625475" y="3208819"/>
                  </a:lnTo>
                  <a:lnTo>
                    <a:pt x="582404" y="3153629"/>
                  </a:lnTo>
                  <a:lnTo>
                    <a:pt x="540694" y="3097390"/>
                  </a:lnTo>
                  <a:lnTo>
                    <a:pt x="500383" y="3040153"/>
                  </a:lnTo>
                  <a:lnTo>
                    <a:pt x="461483" y="2981935"/>
                  </a:lnTo>
                  <a:lnTo>
                    <a:pt x="424030" y="2922789"/>
                  </a:lnTo>
                  <a:lnTo>
                    <a:pt x="388034" y="2862733"/>
                  </a:lnTo>
                  <a:lnTo>
                    <a:pt x="353528" y="2801820"/>
                  </a:lnTo>
                  <a:lnTo>
                    <a:pt x="320522" y="2740070"/>
                  </a:lnTo>
                  <a:lnTo>
                    <a:pt x="289045" y="2677538"/>
                  </a:lnTo>
                  <a:lnTo>
                    <a:pt x="259109" y="2614243"/>
                  </a:lnTo>
                  <a:lnTo>
                    <a:pt x="230739" y="2550241"/>
                  </a:lnTo>
                  <a:lnTo>
                    <a:pt x="203944" y="2485553"/>
                  </a:lnTo>
                  <a:lnTo>
                    <a:pt x="178749" y="2420237"/>
                  </a:lnTo>
                  <a:lnTo>
                    <a:pt x="155161" y="2354312"/>
                  </a:lnTo>
                  <a:lnTo>
                    <a:pt x="133201" y="2287838"/>
                  </a:lnTo>
                  <a:lnTo>
                    <a:pt x="112876" y="2220835"/>
                  </a:lnTo>
                  <a:lnTo>
                    <a:pt x="94204" y="2153363"/>
                  </a:lnTo>
                  <a:lnTo>
                    <a:pt x="77191" y="2085444"/>
                  </a:lnTo>
                  <a:lnTo>
                    <a:pt x="61852" y="2017138"/>
                  </a:lnTo>
                  <a:lnTo>
                    <a:pt x="48192" y="1948465"/>
                  </a:lnTo>
                  <a:lnTo>
                    <a:pt x="36224" y="1879489"/>
                  </a:lnTo>
                  <a:lnTo>
                    <a:pt x="25950" y="1810228"/>
                  </a:lnTo>
                  <a:lnTo>
                    <a:pt x="17381" y="1740748"/>
                  </a:lnTo>
                  <a:lnTo>
                    <a:pt x="10518" y="1671067"/>
                  </a:lnTo>
                  <a:lnTo>
                    <a:pt x="5368" y="1601249"/>
                  </a:lnTo>
                  <a:lnTo>
                    <a:pt x="1932" y="1531316"/>
                  </a:lnTo>
                  <a:lnTo>
                    <a:pt x="214" y="1461329"/>
                  </a:lnTo>
                  <a:lnTo>
                    <a:pt x="0" y="1426321"/>
                  </a:lnTo>
                  <a:lnTo>
                    <a:pt x="214" y="1391312"/>
                  </a:lnTo>
                  <a:lnTo>
                    <a:pt x="1932" y="1321325"/>
                  </a:lnTo>
                  <a:lnTo>
                    <a:pt x="5368" y="1251392"/>
                  </a:lnTo>
                  <a:lnTo>
                    <a:pt x="10518" y="1181574"/>
                  </a:lnTo>
                  <a:lnTo>
                    <a:pt x="17381" y="1111893"/>
                  </a:lnTo>
                  <a:lnTo>
                    <a:pt x="25950" y="1042413"/>
                  </a:lnTo>
                  <a:lnTo>
                    <a:pt x="36224" y="973153"/>
                  </a:lnTo>
                  <a:lnTo>
                    <a:pt x="48192" y="904176"/>
                  </a:lnTo>
                  <a:lnTo>
                    <a:pt x="61852" y="835503"/>
                  </a:lnTo>
                  <a:lnTo>
                    <a:pt x="77190" y="767197"/>
                  </a:lnTo>
                  <a:lnTo>
                    <a:pt x="94203" y="699278"/>
                  </a:lnTo>
                  <a:lnTo>
                    <a:pt x="112876" y="631806"/>
                  </a:lnTo>
                  <a:lnTo>
                    <a:pt x="133201" y="564803"/>
                  </a:lnTo>
                  <a:lnTo>
                    <a:pt x="155161" y="498329"/>
                  </a:lnTo>
                  <a:lnTo>
                    <a:pt x="178749" y="432404"/>
                  </a:lnTo>
                  <a:lnTo>
                    <a:pt x="203944" y="367088"/>
                  </a:lnTo>
                  <a:lnTo>
                    <a:pt x="230739" y="302400"/>
                  </a:lnTo>
                  <a:lnTo>
                    <a:pt x="259109" y="238398"/>
                  </a:lnTo>
                  <a:lnTo>
                    <a:pt x="289045" y="175103"/>
                  </a:lnTo>
                  <a:lnTo>
                    <a:pt x="320522" y="112571"/>
                  </a:lnTo>
                  <a:lnTo>
                    <a:pt x="353528" y="50820"/>
                  </a:lnTo>
                  <a:lnTo>
                    <a:pt x="370594" y="20258"/>
                  </a:lnTo>
                  <a:lnTo>
                    <a:pt x="382235" y="0"/>
                  </a:lnTo>
                </a:path>
              </a:pathLst>
            </a:custGeom>
            <a:noFill/>
            <a:ln cap="flat" cmpd="sng" w="9525">
              <a:solidFill>
                <a:srgbClr val="8B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239" name="Google Shape;239;p23"/>
          <p:cNvSpPr/>
          <p:nvPr/>
        </p:nvSpPr>
        <p:spPr>
          <a:xfrm>
            <a:off x="468177" y="5375619"/>
            <a:ext cx="2329180" cy="2082800"/>
          </a:xfrm>
          <a:custGeom>
            <a:rect b="b" l="l" r="r" t="t"/>
            <a:pathLst>
              <a:path extrusionOk="0" h="2082800" w="2329180">
                <a:moveTo>
                  <a:pt x="916099" y="2082428"/>
                </a:moveTo>
                <a:lnTo>
                  <a:pt x="0" y="1836960"/>
                </a:lnTo>
                <a:lnTo>
                  <a:pt x="492212" y="0"/>
                </a:lnTo>
                <a:lnTo>
                  <a:pt x="2329172" y="492212"/>
                </a:lnTo>
                <a:lnTo>
                  <a:pt x="1903075" y="2082428"/>
                </a:lnTo>
              </a:path>
            </a:pathLst>
          </a:custGeom>
          <a:noFill/>
          <a:ln cap="flat" cmpd="sng" w="9525">
            <a:solidFill>
              <a:srgbClr val="2FD5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774967" y="5988937"/>
            <a:ext cx="10640695" cy="713740"/>
          </a:xfrm>
          <a:custGeom>
            <a:rect b="b" l="l" r="r" t="t"/>
            <a:pathLst>
              <a:path extrusionOk="0" h="713739" w="10640695">
                <a:moveTo>
                  <a:pt x="10538183" y="713160"/>
                </a:moveTo>
                <a:lnTo>
                  <a:pt x="102171" y="713160"/>
                </a:lnTo>
                <a:lnTo>
                  <a:pt x="95060" y="712460"/>
                </a:lnTo>
                <a:lnTo>
                  <a:pt x="54568" y="698720"/>
                </a:lnTo>
                <a:lnTo>
                  <a:pt x="22418" y="670531"/>
                </a:lnTo>
                <a:lnTo>
                  <a:pt x="3501" y="632184"/>
                </a:lnTo>
                <a:lnTo>
                  <a:pt x="0" y="610989"/>
                </a:lnTo>
                <a:lnTo>
                  <a:pt x="0" y="603809"/>
                </a:lnTo>
                <a:lnTo>
                  <a:pt x="0" y="102170"/>
                </a:lnTo>
                <a:lnTo>
                  <a:pt x="11071" y="60869"/>
                </a:lnTo>
                <a:lnTo>
                  <a:pt x="37105" y="26950"/>
                </a:lnTo>
                <a:lnTo>
                  <a:pt x="74137" y="5575"/>
                </a:lnTo>
                <a:lnTo>
                  <a:pt x="102171" y="0"/>
                </a:lnTo>
                <a:lnTo>
                  <a:pt x="10538183" y="0"/>
                </a:lnTo>
                <a:lnTo>
                  <a:pt x="10579483" y="11070"/>
                </a:lnTo>
                <a:lnTo>
                  <a:pt x="10613403" y="37104"/>
                </a:lnTo>
                <a:lnTo>
                  <a:pt x="10634777" y="74137"/>
                </a:lnTo>
                <a:lnTo>
                  <a:pt x="10640354" y="102170"/>
                </a:lnTo>
                <a:lnTo>
                  <a:pt x="10640354" y="610989"/>
                </a:lnTo>
                <a:lnTo>
                  <a:pt x="10629282" y="652289"/>
                </a:lnTo>
                <a:lnTo>
                  <a:pt x="10603249" y="686208"/>
                </a:lnTo>
                <a:lnTo>
                  <a:pt x="10566216" y="707584"/>
                </a:lnTo>
                <a:lnTo>
                  <a:pt x="10545294" y="712460"/>
                </a:lnTo>
                <a:lnTo>
                  <a:pt x="10538183" y="71316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752758" y="348634"/>
            <a:ext cx="4203192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 Q U I T E C T U R A	D E	A G E N T E S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$PPTXTitle" id="242" name="Google Shape;242;p23"/>
          <p:cNvSpPr txBox="1"/>
          <p:nvPr>
            <p:ph type="title"/>
          </p:nvPr>
        </p:nvSpPr>
        <p:spPr>
          <a:xfrm>
            <a:off x="752758" y="595863"/>
            <a:ext cx="137799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Plus Jakarta Sans"/>
                <a:ea typeface="Plus Jakarta Sans"/>
                <a:cs typeface="Plus Jakarta Sans"/>
                <a:sym typeface="Plus Jakarta Sans"/>
              </a:rPr>
              <a:t>Coordinación en la Plataforma JADE</a:t>
            </a:r>
            <a:endParaRPr b="1" sz="3600"/>
          </a:p>
        </p:txBody>
      </p:sp>
      <p:sp>
        <p:nvSpPr>
          <p:cNvPr id="243" name="Google Shape;243;p23"/>
          <p:cNvSpPr/>
          <p:nvPr/>
        </p:nvSpPr>
        <p:spPr>
          <a:xfrm>
            <a:off x="3432687" y="6631564"/>
            <a:ext cx="9525" cy="205557"/>
          </a:xfrm>
          <a:custGeom>
            <a:rect b="b" l="l" r="r" t="t"/>
            <a:pathLst>
              <a:path extrusionOk="0" h="152400" w="9525">
                <a:moveTo>
                  <a:pt x="9508" y="152140"/>
                </a:moveTo>
                <a:lnTo>
                  <a:pt x="0" y="152140"/>
                </a:lnTo>
                <a:lnTo>
                  <a:pt x="0" y="0"/>
                </a:lnTo>
                <a:lnTo>
                  <a:pt x="9508" y="0"/>
                </a:lnTo>
                <a:lnTo>
                  <a:pt x="9508" y="152140"/>
                </a:lnTo>
                <a:close/>
              </a:path>
            </a:pathLst>
          </a:custGeom>
          <a:solidFill>
            <a:srgbClr val="E2E7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774975" y="2828810"/>
            <a:ext cx="3385185" cy="3001990"/>
          </a:xfrm>
          <a:custGeom>
            <a:rect b="b" l="l" r="r" t="t"/>
            <a:pathLst>
              <a:path extrusionOk="0" h="2225675" w="3385185">
                <a:moveTo>
                  <a:pt x="3282964" y="2225060"/>
                </a:moveTo>
                <a:lnTo>
                  <a:pt x="102171" y="2225060"/>
                </a:lnTo>
                <a:lnTo>
                  <a:pt x="95060" y="2224360"/>
                </a:lnTo>
                <a:lnTo>
                  <a:pt x="54568" y="2210621"/>
                </a:lnTo>
                <a:lnTo>
                  <a:pt x="22418" y="2182431"/>
                </a:lnTo>
                <a:lnTo>
                  <a:pt x="3501" y="2144084"/>
                </a:lnTo>
                <a:lnTo>
                  <a:pt x="0" y="2122890"/>
                </a:lnTo>
                <a:lnTo>
                  <a:pt x="0" y="2115709"/>
                </a:lnTo>
                <a:lnTo>
                  <a:pt x="0" y="102171"/>
                </a:lnTo>
                <a:lnTo>
                  <a:pt x="11071" y="60870"/>
                </a:lnTo>
                <a:lnTo>
                  <a:pt x="37105" y="26951"/>
                </a:lnTo>
                <a:lnTo>
                  <a:pt x="74137" y="5575"/>
                </a:lnTo>
                <a:lnTo>
                  <a:pt x="102171" y="0"/>
                </a:lnTo>
                <a:lnTo>
                  <a:pt x="3282964" y="0"/>
                </a:lnTo>
                <a:lnTo>
                  <a:pt x="3324264" y="11071"/>
                </a:lnTo>
                <a:lnTo>
                  <a:pt x="3358184" y="37105"/>
                </a:lnTo>
                <a:lnTo>
                  <a:pt x="3379559" y="74137"/>
                </a:lnTo>
                <a:lnTo>
                  <a:pt x="3385135" y="102171"/>
                </a:lnTo>
                <a:lnTo>
                  <a:pt x="3385135" y="2122890"/>
                </a:lnTo>
                <a:lnTo>
                  <a:pt x="3374063" y="2164189"/>
                </a:lnTo>
                <a:lnTo>
                  <a:pt x="3348029" y="2198109"/>
                </a:lnTo>
                <a:lnTo>
                  <a:pt x="3310997" y="2219484"/>
                </a:lnTo>
                <a:lnTo>
                  <a:pt x="3290075" y="2224360"/>
                </a:lnTo>
                <a:lnTo>
                  <a:pt x="3282964" y="22250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774975" y="2828800"/>
            <a:ext cx="3385185" cy="3160459"/>
          </a:xfrm>
          <a:custGeom>
            <a:rect b="b" l="l" r="r" t="t"/>
            <a:pathLst>
              <a:path extrusionOk="0" h="2225675" w="3385185">
                <a:moveTo>
                  <a:pt x="0" y="2115709"/>
                </a:moveTo>
                <a:lnTo>
                  <a:pt x="0" y="109351"/>
                </a:lnTo>
                <a:lnTo>
                  <a:pt x="0" y="102171"/>
                </a:lnTo>
                <a:lnTo>
                  <a:pt x="700" y="95059"/>
                </a:lnTo>
                <a:lnTo>
                  <a:pt x="14439" y="54568"/>
                </a:lnTo>
                <a:lnTo>
                  <a:pt x="18428" y="48598"/>
                </a:lnTo>
                <a:lnTo>
                  <a:pt x="22418" y="42628"/>
                </a:lnTo>
                <a:lnTo>
                  <a:pt x="26951" y="37105"/>
                </a:lnTo>
                <a:lnTo>
                  <a:pt x="32028" y="32028"/>
                </a:lnTo>
                <a:lnTo>
                  <a:pt x="37105" y="26951"/>
                </a:lnTo>
                <a:lnTo>
                  <a:pt x="42628" y="22417"/>
                </a:lnTo>
                <a:lnTo>
                  <a:pt x="48598" y="18428"/>
                </a:lnTo>
                <a:lnTo>
                  <a:pt x="54568" y="14439"/>
                </a:lnTo>
                <a:lnTo>
                  <a:pt x="60870" y="11071"/>
                </a:lnTo>
                <a:lnTo>
                  <a:pt x="67504" y="8323"/>
                </a:lnTo>
                <a:lnTo>
                  <a:pt x="74137" y="5575"/>
                </a:lnTo>
                <a:lnTo>
                  <a:pt x="80975" y="3501"/>
                </a:lnTo>
                <a:lnTo>
                  <a:pt x="88017" y="2101"/>
                </a:lnTo>
                <a:lnTo>
                  <a:pt x="95060" y="700"/>
                </a:lnTo>
                <a:lnTo>
                  <a:pt x="102171" y="0"/>
                </a:lnTo>
                <a:lnTo>
                  <a:pt x="109351" y="0"/>
                </a:lnTo>
                <a:lnTo>
                  <a:pt x="3275784" y="0"/>
                </a:lnTo>
                <a:lnTo>
                  <a:pt x="3282964" y="0"/>
                </a:lnTo>
                <a:lnTo>
                  <a:pt x="3290075" y="700"/>
                </a:lnTo>
                <a:lnTo>
                  <a:pt x="3297117" y="2101"/>
                </a:lnTo>
                <a:lnTo>
                  <a:pt x="3304159" y="3501"/>
                </a:lnTo>
                <a:lnTo>
                  <a:pt x="3336536" y="18428"/>
                </a:lnTo>
                <a:lnTo>
                  <a:pt x="3342506" y="22417"/>
                </a:lnTo>
                <a:lnTo>
                  <a:pt x="3370695" y="54568"/>
                </a:lnTo>
                <a:lnTo>
                  <a:pt x="3384434" y="95059"/>
                </a:lnTo>
                <a:lnTo>
                  <a:pt x="3385135" y="109351"/>
                </a:lnTo>
                <a:lnTo>
                  <a:pt x="3385135" y="2115709"/>
                </a:lnTo>
                <a:lnTo>
                  <a:pt x="3385135" y="2122890"/>
                </a:lnTo>
                <a:lnTo>
                  <a:pt x="3384434" y="2130001"/>
                </a:lnTo>
                <a:lnTo>
                  <a:pt x="3383033" y="2137042"/>
                </a:lnTo>
                <a:lnTo>
                  <a:pt x="3381632" y="2144084"/>
                </a:lnTo>
                <a:lnTo>
                  <a:pt x="3362717" y="2182431"/>
                </a:lnTo>
                <a:lnTo>
                  <a:pt x="3330566" y="2210620"/>
                </a:lnTo>
                <a:lnTo>
                  <a:pt x="3290075" y="2224360"/>
                </a:lnTo>
                <a:lnTo>
                  <a:pt x="3282964" y="2225060"/>
                </a:lnTo>
                <a:lnTo>
                  <a:pt x="3275784" y="2225060"/>
                </a:lnTo>
                <a:lnTo>
                  <a:pt x="109351" y="2225060"/>
                </a:lnTo>
                <a:lnTo>
                  <a:pt x="102171" y="2225060"/>
                </a:lnTo>
                <a:lnTo>
                  <a:pt x="95060" y="2224360"/>
                </a:lnTo>
                <a:lnTo>
                  <a:pt x="88017" y="2222959"/>
                </a:lnTo>
                <a:lnTo>
                  <a:pt x="80975" y="2221558"/>
                </a:lnTo>
                <a:lnTo>
                  <a:pt x="74137" y="2219484"/>
                </a:lnTo>
                <a:lnTo>
                  <a:pt x="67504" y="2216736"/>
                </a:lnTo>
                <a:lnTo>
                  <a:pt x="60870" y="2213989"/>
                </a:lnTo>
                <a:lnTo>
                  <a:pt x="26951" y="2187954"/>
                </a:lnTo>
                <a:lnTo>
                  <a:pt x="18428" y="2176461"/>
                </a:lnTo>
                <a:lnTo>
                  <a:pt x="14439" y="2170490"/>
                </a:lnTo>
                <a:lnTo>
                  <a:pt x="700" y="2130001"/>
                </a:lnTo>
                <a:lnTo>
                  <a:pt x="0" y="2122890"/>
                </a:lnTo>
                <a:lnTo>
                  <a:pt x="0" y="2115709"/>
                </a:lnTo>
                <a:close/>
              </a:path>
            </a:pathLst>
          </a:custGeom>
          <a:noFill/>
          <a:ln cap="flat" cmpd="sng" w="9525">
            <a:solidFill>
              <a:srgbClr val="FF5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4397831" y="2828810"/>
            <a:ext cx="3385185" cy="3001990"/>
          </a:xfrm>
          <a:custGeom>
            <a:rect b="b" l="l" r="r" t="t"/>
            <a:pathLst>
              <a:path extrusionOk="0" h="2225675" w="3385184">
                <a:moveTo>
                  <a:pt x="3282963" y="2225060"/>
                </a:moveTo>
                <a:lnTo>
                  <a:pt x="102171" y="2225060"/>
                </a:lnTo>
                <a:lnTo>
                  <a:pt x="95060" y="2224360"/>
                </a:lnTo>
                <a:lnTo>
                  <a:pt x="54568" y="2210621"/>
                </a:lnTo>
                <a:lnTo>
                  <a:pt x="22417" y="2182431"/>
                </a:lnTo>
                <a:lnTo>
                  <a:pt x="3501" y="2144084"/>
                </a:lnTo>
                <a:lnTo>
                  <a:pt x="0" y="2122890"/>
                </a:lnTo>
                <a:lnTo>
                  <a:pt x="0" y="2115709"/>
                </a:lnTo>
                <a:lnTo>
                  <a:pt x="0" y="102171"/>
                </a:lnTo>
                <a:lnTo>
                  <a:pt x="11071" y="60870"/>
                </a:lnTo>
                <a:lnTo>
                  <a:pt x="37105" y="26951"/>
                </a:lnTo>
                <a:lnTo>
                  <a:pt x="74137" y="5575"/>
                </a:lnTo>
                <a:lnTo>
                  <a:pt x="102171" y="0"/>
                </a:lnTo>
                <a:lnTo>
                  <a:pt x="3282963" y="0"/>
                </a:lnTo>
                <a:lnTo>
                  <a:pt x="3324264" y="11071"/>
                </a:lnTo>
                <a:lnTo>
                  <a:pt x="3358183" y="37105"/>
                </a:lnTo>
                <a:lnTo>
                  <a:pt x="3379558" y="74137"/>
                </a:lnTo>
                <a:lnTo>
                  <a:pt x="3385135" y="102171"/>
                </a:lnTo>
                <a:lnTo>
                  <a:pt x="3385135" y="2122890"/>
                </a:lnTo>
                <a:lnTo>
                  <a:pt x="3374062" y="2164189"/>
                </a:lnTo>
                <a:lnTo>
                  <a:pt x="3348029" y="2198109"/>
                </a:lnTo>
                <a:lnTo>
                  <a:pt x="3310996" y="2219484"/>
                </a:lnTo>
                <a:lnTo>
                  <a:pt x="3290074" y="2224360"/>
                </a:lnTo>
                <a:lnTo>
                  <a:pt x="3282963" y="22250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4397825" y="2828799"/>
            <a:ext cx="3385184" cy="3160459"/>
          </a:xfrm>
          <a:custGeom>
            <a:rect b="b" l="l" r="r" t="t"/>
            <a:pathLst>
              <a:path extrusionOk="0" h="2225675" w="3385184">
                <a:moveTo>
                  <a:pt x="0" y="2115709"/>
                </a:moveTo>
                <a:lnTo>
                  <a:pt x="0" y="109351"/>
                </a:lnTo>
                <a:lnTo>
                  <a:pt x="0" y="102171"/>
                </a:lnTo>
                <a:lnTo>
                  <a:pt x="700" y="95059"/>
                </a:lnTo>
                <a:lnTo>
                  <a:pt x="2101" y="88017"/>
                </a:lnTo>
                <a:lnTo>
                  <a:pt x="3501" y="80975"/>
                </a:lnTo>
                <a:lnTo>
                  <a:pt x="5575" y="74137"/>
                </a:lnTo>
                <a:lnTo>
                  <a:pt x="8323" y="67503"/>
                </a:lnTo>
                <a:lnTo>
                  <a:pt x="11071" y="60870"/>
                </a:lnTo>
                <a:lnTo>
                  <a:pt x="14439" y="54568"/>
                </a:lnTo>
                <a:lnTo>
                  <a:pt x="18428" y="48598"/>
                </a:lnTo>
                <a:lnTo>
                  <a:pt x="22417" y="42628"/>
                </a:lnTo>
                <a:lnTo>
                  <a:pt x="26950" y="37105"/>
                </a:lnTo>
                <a:lnTo>
                  <a:pt x="32028" y="32028"/>
                </a:lnTo>
                <a:lnTo>
                  <a:pt x="37105" y="26951"/>
                </a:lnTo>
                <a:lnTo>
                  <a:pt x="42628" y="22417"/>
                </a:lnTo>
                <a:lnTo>
                  <a:pt x="48598" y="18428"/>
                </a:lnTo>
                <a:lnTo>
                  <a:pt x="54568" y="14439"/>
                </a:lnTo>
                <a:lnTo>
                  <a:pt x="60870" y="11071"/>
                </a:lnTo>
                <a:lnTo>
                  <a:pt x="67504" y="8323"/>
                </a:lnTo>
                <a:lnTo>
                  <a:pt x="74137" y="5575"/>
                </a:lnTo>
                <a:lnTo>
                  <a:pt x="80975" y="3501"/>
                </a:lnTo>
                <a:lnTo>
                  <a:pt x="88017" y="2101"/>
                </a:lnTo>
                <a:lnTo>
                  <a:pt x="95060" y="700"/>
                </a:lnTo>
                <a:lnTo>
                  <a:pt x="102171" y="0"/>
                </a:lnTo>
                <a:lnTo>
                  <a:pt x="109351" y="0"/>
                </a:lnTo>
                <a:lnTo>
                  <a:pt x="3275784" y="0"/>
                </a:lnTo>
                <a:lnTo>
                  <a:pt x="3282963" y="0"/>
                </a:lnTo>
                <a:lnTo>
                  <a:pt x="3290074" y="700"/>
                </a:lnTo>
                <a:lnTo>
                  <a:pt x="3297116" y="2101"/>
                </a:lnTo>
                <a:lnTo>
                  <a:pt x="3304158" y="3501"/>
                </a:lnTo>
                <a:lnTo>
                  <a:pt x="3310996" y="5575"/>
                </a:lnTo>
                <a:lnTo>
                  <a:pt x="3317629" y="8323"/>
                </a:lnTo>
                <a:lnTo>
                  <a:pt x="3324264" y="11071"/>
                </a:lnTo>
                <a:lnTo>
                  <a:pt x="3330565" y="14439"/>
                </a:lnTo>
                <a:lnTo>
                  <a:pt x="3336535" y="18428"/>
                </a:lnTo>
                <a:lnTo>
                  <a:pt x="3342505" y="22417"/>
                </a:lnTo>
                <a:lnTo>
                  <a:pt x="3370694" y="54568"/>
                </a:lnTo>
                <a:lnTo>
                  <a:pt x="3384434" y="95059"/>
                </a:lnTo>
                <a:lnTo>
                  <a:pt x="3385135" y="109351"/>
                </a:lnTo>
                <a:lnTo>
                  <a:pt x="3385135" y="2115709"/>
                </a:lnTo>
                <a:lnTo>
                  <a:pt x="3376810" y="2157556"/>
                </a:lnTo>
                <a:lnTo>
                  <a:pt x="3353106" y="2193032"/>
                </a:lnTo>
                <a:lnTo>
                  <a:pt x="3336535" y="2206631"/>
                </a:lnTo>
                <a:lnTo>
                  <a:pt x="3330565" y="2210620"/>
                </a:lnTo>
                <a:lnTo>
                  <a:pt x="3324264" y="2213989"/>
                </a:lnTo>
                <a:lnTo>
                  <a:pt x="3317629" y="2216736"/>
                </a:lnTo>
                <a:lnTo>
                  <a:pt x="3310996" y="2219484"/>
                </a:lnTo>
                <a:lnTo>
                  <a:pt x="3304158" y="2221558"/>
                </a:lnTo>
                <a:lnTo>
                  <a:pt x="3297116" y="2222959"/>
                </a:lnTo>
                <a:lnTo>
                  <a:pt x="3290074" y="2224360"/>
                </a:lnTo>
                <a:lnTo>
                  <a:pt x="3282963" y="2225060"/>
                </a:lnTo>
                <a:lnTo>
                  <a:pt x="3275784" y="2225060"/>
                </a:lnTo>
                <a:lnTo>
                  <a:pt x="109351" y="2225060"/>
                </a:lnTo>
                <a:lnTo>
                  <a:pt x="102171" y="2225060"/>
                </a:lnTo>
                <a:lnTo>
                  <a:pt x="95060" y="2224360"/>
                </a:lnTo>
                <a:lnTo>
                  <a:pt x="88017" y="2222959"/>
                </a:lnTo>
                <a:lnTo>
                  <a:pt x="80975" y="2221558"/>
                </a:lnTo>
                <a:lnTo>
                  <a:pt x="74137" y="2219484"/>
                </a:lnTo>
                <a:lnTo>
                  <a:pt x="67504" y="2216736"/>
                </a:lnTo>
                <a:lnTo>
                  <a:pt x="60870" y="2213989"/>
                </a:lnTo>
                <a:lnTo>
                  <a:pt x="26950" y="2187954"/>
                </a:lnTo>
                <a:lnTo>
                  <a:pt x="18428" y="2176461"/>
                </a:lnTo>
                <a:lnTo>
                  <a:pt x="14439" y="2170490"/>
                </a:lnTo>
                <a:lnTo>
                  <a:pt x="11071" y="2164189"/>
                </a:lnTo>
                <a:lnTo>
                  <a:pt x="8323" y="2157556"/>
                </a:lnTo>
                <a:lnTo>
                  <a:pt x="5575" y="2150922"/>
                </a:lnTo>
                <a:lnTo>
                  <a:pt x="3501" y="2144084"/>
                </a:lnTo>
                <a:lnTo>
                  <a:pt x="2101" y="2137042"/>
                </a:lnTo>
                <a:lnTo>
                  <a:pt x="700" y="2130001"/>
                </a:lnTo>
                <a:lnTo>
                  <a:pt x="0" y="2122890"/>
                </a:lnTo>
                <a:lnTo>
                  <a:pt x="0" y="2115709"/>
                </a:lnTo>
                <a:close/>
              </a:path>
            </a:pathLst>
          </a:custGeom>
          <a:noFill/>
          <a:ln cap="flat" cmpd="sng" w="9525">
            <a:solidFill>
              <a:srgbClr val="8B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8020686" y="2828810"/>
            <a:ext cx="3394710" cy="3001990"/>
          </a:xfrm>
          <a:custGeom>
            <a:rect b="b" l="l" r="r" t="t"/>
            <a:pathLst>
              <a:path extrusionOk="0" h="2225675" w="3394709">
                <a:moveTo>
                  <a:pt x="3292472" y="2225060"/>
                </a:moveTo>
                <a:lnTo>
                  <a:pt x="102170" y="2225060"/>
                </a:lnTo>
                <a:lnTo>
                  <a:pt x="95059" y="2224360"/>
                </a:lnTo>
                <a:lnTo>
                  <a:pt x="54567" y="2210621"/>
                </a:lnTo>
                <a:lnTo>
                  <a:pt x="22417" y="2182431"/>
                </a:lnTo>
                <a:lnTo>
                  <a:pt x="3500" y="2144084"/>
                </a:lnTo>
                <a:lnTo>
                  <a:pt x="0" y="2122890"/>
                </a:lnTo>
                <a:lnTo>
                  <a:pt x="0" y="2115709"/>
                </a:lnTo>
                <a:lnTo>
                  <a:pt x="0" y="102171"/>
                </a:lnTo>
                <a:lnTo>
                  <a:pt x="11070" y="60870"/>
                </a:lnTo>
                <a:lnTo>
                  <a:pt x="37104" y="26951"/>
                </a:lnTo>
                <a:lnTo>
                  <a:pt x="74136" y="5575"/>
                </a:lnTo>
                <a:lnTo>
                  <a:pt x="102170" y="0"/>
                </a:lnTo>
                <a:lnTo>
                  <a:pt x="3292472" y="0"/>
                </a:lnTo>
                <a:lnTo>
                  <a:pt x="3333772" y="11071"/>
                </a:lnTo>
                <a:lnTo>
                  <a:pt x="3367691" y="37105"/>
                </a:lnTo>
                <a:lnTo>
                  <a:pt x="3389065" y="74137"/>
                </a:lnTo>
                <a:lnTo>
                  <a:pt x="3394643" y="102171"/>
                </a:lnTo>
                <a:lnTo>
                  <a:pt x="3394643" y="2122890"/>
                </a:lnTo>
                <a:lnTo>
                  <a:pt x="3383570" y="2164189"/>
                </a:lnTo>
                <a:lnTo>
                  <a:pt x="3357537" y="2198109"/>
                </a:lnTo>
                <a:lnTo>
                  <a:pt x="3320505" y="2219484"/>
                </a:lnTo>
                <a:lnTo>
                  <a:pt x="3299582" y="2224360"/>
                </a:lnTo>
                <a:lnTo>
                  <a:pt x="3292472" y="22250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8020675" y="2828799"/>
            <a:ext cx="3394709" cy="3160459"/>
          </a:xfrm>
          <a:custGeom>
            <a:rect b="b" l="l" r="r" t="t"/>
            <a:pathLst>
              <a:path extrusionOk="0" h="2225675" w="3394709">
                <a:moveTo>
                  <a:pt x="0" y="2115709"/>
                </a:moveTo>
                <a:lnTo>
                  <a:pt x="0" y="109351"/>
                </a:lnTo>
                <a:lnTo>
                  <a:pt x="0" y="102171"/>
                </a:lnTo>
                <a:lnTo>
                  <a:pt x="699" y="95059"/>
                </a:lnTo>
                <a:lnTo>
                  <a:pt x="2100" y="88017"/>
                </a:lnTo>
                <a:lnTo>
                  <a:pt x="3500" y="80975"/>
                </a:lnTo>
                <a:lnTo>
                  <a:pt x="5575" y="74137"/>
                </a:lnTo>
                <a:lnTo>
                  <a:pt x="26950" y="37105"/>
                </a:lnTo>
                <a:lnTo>
                  <a:pt x="32027" y="32028"/>
                </a:lnTo>
                <a:lnTo>
                  <a:pt x="37104" y="26951"/>
                </a:lnTo>
                <a:lnTo>
                  <a:pt x="67503" y="8323"/>
                </a:lnTo>
                <a:lnTo>
                  <a:pt x="74136" y="5575"/>
                </a:lnTo>
                <a:lnTo>
                  <a:pt x="80974" y="3501"/>
                </a:lnTo>
                <a:lnTo>
                  <a:pt x="88017" y="2101"/>
                </a:lnTo>
                <a:lnTo>
                  <a:pt x="95059" y="700"/>
                </a:lnTo>
                <a:lnTo>
                  <a:pt x="102170" y="0"/>
                </a:lnTo>
                <a:lnTo>
                  <a:pt x="109351" y="0"/>
                </a:lnTo>
                <a:lnTo>
                  <a:pt x="3285292" y="0"/>
                </a:lnTo>
                <a:lnTo>
                  <a:pt x="3292472" y="0"/>
                </a:lnTo>
                <a:lnTo>
                  <a:pt x="3299582" y="700"/>
                </a:lnTo>
                <a:lnTo>
                  <a:pt x="3306625" y="2101"/>
                </a:lnTo>
                <a:lnTo>
                  <a:pt x="3313667" y="3501"/>
                </a:lnTo>
                <a:lnTo>
                  <a:pt x="3320505" y="5575"/>
                </a:lnTo>
                <a:lnTo>
                  <a:pt x="3327138" y="8323"/>
                </a:lnTo>
                <a:lnTo>
                  <a:pt x="3333772" y="11071"/>
                </a:lnTo>
                <a:lnTo>
                  <a:pt x="3340073" y="14439"/>
                </a:lnTo>
                <a:lnTo>
                  <a:pt x="3346042" y="18428"/>
                </a:lnTo>
                <a:lnTo>
                  <a:pt x="3352013" y="22417"/>
                </a:lnTo>
                <a:lnTo>
                  <a:pt x="3357537" y="26951"/>
                </a:lnTo>
                <a:lnTo>
                  <a:pt x="3362614" y="32028"/>
                </a:lnTo>
                <a:lnTo>
                  <a:pt x="3367691" y="37105"/>
                </a:lnTo>
                <a:lnTo>
                  <a:pt x="3389065" y="74137"/>
                </a:lnTo>
                <a:lnTo>
                  <a:pt x="3392541" y="88017"/>
                </a:lnTo>
                <a:lnTo>
                  <a:pt x="3393942" y="95059"/>
                </a:lnTo>
                <a:lnTo>
                  <a:pt x="3394643" y="102171"/>
                </a:lnTo>
                <a:lnTo>
                  <a:pt x="3394644" y="109351"/>
                </a:lnTo>
                <a:lnTo>
                  <a:pt x="3394644" y="2115709"/>
                </a:lnTo>
                <a:lnTo>
                  <a:pt x="3394643" y="2122890"/>
                </a:lnTo>
                <a:lnTo>
                  <a:pt x="3393942" y="2130001"/>
                </a:lnTo>
                <a:lnTo>
                  <a:pt x="3392541" y="2137042"/>
                </a:lnTo>
                <a:lnTo>
                  <a:pt x="3391139" y="2144084"/>
                </a:lnTo>
                <a:lnTo>
                  <a:pt x="3376212" y="2176461"/>
                </a:lnTo>
                <a:lnTo>
                  <a:pt x="3372224" y="2182431"/>
                </a:lnTo>
                <a:lnTo>
                  <a:pt x="3340074" y="2210620"/>
                </a:lnTo>
                <a:lnTo>
                  <a:pt x="3327138" y="2216736"/>
                </a:lnTo>
                <a:lnTo>
                  <a:pt x="3320505" y="2219484"/>
                </a:lnTo>
                <a:lnTo>
                  <a:pt x="3313667" y="2221558"/>
                </a:lnTo>
                <a:lnTo>
                  <a:pt x="3306625" y="2222959"/>
                </a:lnTo>
                <a:lnTo>
                  <a:pt x="3299582" y="2224360"/>
                </a:lnTo>
                <a:lnTo>
                  <a:pt x="3292472" y="2225060"/>
                </a:lnTo>
                <a:lnTo>
                  <a:pt x="3285292" y="2225060"/>
                </a:lnTo>
                <a:lnTo>
                  <a:pt x="109351" y="2225060"/>
                </a:lnTo>
                <a:lnTo>
                  <a:pt x="102170" y="2225060"/>
                </a:lnTo>
                <a:lnTo>
                  <a:pt x="95059" y="2224360"/>
                </a:lnTo>
                <a:lnTo>
                  <a:pt x="88017" y="2222959"/>
                </a:lnTo>
                <a:lnTo>
                  <a:pt x="80975" y="2221558"/>
                </a:lnTo>
                <a:lnTo>
                  <a:pt x="74136" y="2219484"/>
                </a:lnTo>
                <a:lnTo>
                  <a:pt x="67503" y="2216736"/>
                </a:lnTo>
                <a:lnTo>
                  <a:pt x="60869" y="2213989"/>
                </a:lnTo>
                <a:lnTo>
                  <a:pt x="26950" y="2187954"/>
                </a:lnTo>
                <a:lnTo>
                  <a:pt x="18428" y="2176461"/>
                </a:lnTo>
                <a:lnTo>
                  <a:pt x="14439" y="2170490"/>
                </a:lnTo>
                <a:lnTo>
                  <a:pt x="2100" y="2137042"/>
                </a:lnTo>
                <a:lnTo>
                  <a:pt x="699" y="2130001"/>
                </a:lnTo>
                <a:lnTo>
                  <a:pt x="0" y="2122890"/>
                </a:lnTo>
                <a:lnTo>
                  <a:pt x="0" y="2115709"/>
                </a:lnTo>
                <a:close/>
              </a:path>
            </a:pathLst>
          </a:custGeom>
          <a:noFill/>
          <a:ln cap="flat" cmpd="sng" w="9525">
            <a:solidFill>
              <a:srgbClr val="2FD5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998425" y="3093664"/>
            <a:ext cx="380365" cy="376560"/>
          </a:xfrm>
          <a:custGeom>
            <a:rect b="b" l="l" r="r" t="t"/>
            <a:pathLst>
              <a:path extrusionOk="0" h="380364" w="380365">
                <a:moveTo>
                  <a:pt x="309276" y="380352"/>
                </a:moveTo>
                <a:lnTo>
                  <a:pt x="71075" y="380352"/>
                </a:lnTo>
                <a:lnTo>
                  <a:pt x="66128" y="379865"/>
                </a:lnTo>
                <a:lnTo>
                  <a:pt x="29654" y="364756"/>
                </a:lnTo>
                <a:lnTo>
                  <a:pt x="3878" y="328777"/>
                </a:lnTo>
                <a:lnTo>
                  <a:pt x="0" y="309276"/>
                </a:lnTo>
                <a:lnTo>
                  <a:pt x="0" y="304281"/>
                </a:lnTo>
                <a:lnTo>
                  <a:pt x="0" y="71075"/>
                </a:lnTo>
                <a:lnTo>
                  <a:pt x="15595" y="29654"/>
                </a:lnTo>
                <a:lnTo>
                  <a:pt x="51573" y="3878"/>
                </a:lnTo>
                <a:lnTo>
                  <a:pt x="71075" y="0"/>
                </a:lnTo>
                <a:lnTo>
                  <a:pt x="309276" y="0"/>
                </a:lnTo>
                <a:lnTo>
                  <a:pt x="350697" y="15594"/>
                </a:lnTo>
                <a:lnTo>
                  <a:pt x="376472" y="51573"/>
                </a:lnTo>
                <a:lnTo>
                  <a:pt x="380352" y="71075"/>
                </a:lnTo>
                <a:lnTo>
                  <a:pt x="380352" y="309276"/>
                </a:lnTo>
                <a:lnTo>
                  <a:pt x="364756" y="350697"/>
                </a:lnTo>
                <a:lnTo>
                  <a:pt x="328778" y="376472"/>
                </a:lnTo>
                <a:lnTo>
                  <a:pt x="314223" y="379865"/>
                </a:lnTo>
                <a:lnTo>
                  <a:pt x="309276" y="380352"/>
                </a:lnTo>
                <a:close/>
              </a:path>
            </a:pathLst>
          </a:custGeom>
          <a:solidFill>
            <a:srgbClr val="FF5E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51" name="Google Shape;2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3256" y="3177337"/>
            <a:ext cx="190737" cy="1995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23"/>
          <p:cNvGrpSpPr/>
          <p:nvPr/>
        </p:nvGrpSpPr>
        <p:grpSpPr>
          <a:xfrm>
            <a:off x="774967" y="6047633"/>
            <a:ext cx="10640695" cy="713740"/>
            <a:chOff x="774967" y="5988937"/>
            <a:chExt cx="10640695" cy="713740"/>
          </a:xfrm>
        </p:grpSpPr>
        <p:sp>
          <p:nvSpPr>
            <p:cNvPr id="253" name="Google Shape;253;p23"/>
            <p:cNvSpPr/>
            <p:nvPr/>
          </p:nvSpPr>
          <p:spPr>
            <a:xfrm>
              <a:off x="774967" y="5988937"/>
              <a:ext cx="10640695" cy="713740"/>
            </a:xfrm>
            <a:custGeom>
              <a:rect b="b" l="l" r="r" t="t"/>
              <a:pathLst>
                <a:path extrusionOk="0" h="713739" w="10640695">
                  <a:moveTo>
                    <a:pt x="0" y="603809"/>
                  </a:moveTo>
                  <a:lnTo>
                    <a:pt x="0" y="109351"/>
                  </a:lnTo>
                  <a:lnTo>
                    <a:pt x="0" y="102170"/>
                  </a:lnTo>
                  <a:lnTo>
                    <a:pt x="700" y="95059"/>
                  </a:lnTo>
                  <a:lnTo>
                    <a:pt x="14439" y="54568"/>
                  </a:lnTo>
                  <a:lnTo>
                    <a:pt x="18428" y="48597"/>
                  </a:lnTo>
                  <a:lnTo>
                    <a:pt x="22418" y="42627"/>
                  </a:lnTo>
                  <a:lnTo>
                    <a:pt x="26951" y="37104"/>
                  </a:lnTo>
                  <a:lnTo>
                    <a:pt x="32028" y="32027"/>
                  </a:lnTo>
                  <a:lnTo>
                    <a:pt x="37105" y="26950"/>
                  </a:lnTo>
                  <a:lnTo>
                    <a:pt x="42628" y="22416"/>
                  </a:lnTo>
                  <a:lnTo>
                    <a:pt x="48598" y="18427"/>
                  </a:lnTo>
                  <a:lnTo>
                    <a:pt x="54568" y="14439"/>
                  </a:lnTo>
                  <a:lnTo>
                    <a:pt x="60870" y="11070"/>
                  </a:lnTo>
                  <a:lnTo>
                    <a:pt x="67504" y="8323"/>
                  </a:lnTo>
                  <a:lnTo>
                    <a:pt x="74137" y="5575"/>
                  </a:lnTo>
                  <a:lnTo>
                    <a:pt x="80975" y="3501"/>
                  </a:lnTo>
                  <a:lnTo>
                    <a:pt x="88017" y="2100"/>
                  </a:lnTo>
                  <a:lnTo>
                    <a:pt x="95060" y="700"/>
                  </a:lnTo>
                  <a:lnTo>
                    <a:pt x="102171" y="0"/>
                  </a:lnTo>
                  <a:lnTo>
                    <a:pt x="109351" y="0"/>
                  </a:lnTo>
                  <a:lnTo>
                    <a:pt x="10531004" y="0"/>
                  </a:lnTo>
                  <a:lnTo>
                    <a:pt x="10538183" y="0"/>
                  </a:lnTo>
                  <a:lnTo>
                    <a:pt x="10545294" y="700"/>
                  </a:lnTo>
                  <a:lnTo>
                    <a:pt x="10552336" y="2100"/>
                  </a:lnTo>
                  <a:lnTo>
                    <a:pt x="10559378" y="3501"/>
                  </a:lnTo>
                  <a:lnTo>
                    <a:pt x="10566216" y="5575"/>
                  </a:lnTo>
                  <a:lnTo>
                    <a:pt x="10572850" y="8323"/>
                  </a:lnTo>
                  <a:lnTo>
                    <a:pt x="10579483" y="11070"/>
                  </a:lnTo>
                  <a:lnTo>
                    <a:pt x="10585784" y="14439"/>
                  </a:lnTo>
                  <a:lnTo>
                    <a:pt x="10591754" y="18427"/>
                  </a:lnTo>
                  <a:lnTo>
                    <a:pt x="10597724" y="22416"/>
                  </a:lnTo>
                  <a:lnTo>
                    <a:pt x="10603249" y="26950"/>
                  </a:lnTo>
                  <a:lnTo>
                    <a:pt x="10608326" y="32027"/>
                  </a:lnTo>
                  <a:lnTo>
                    <a:pt x="10613403" y="37104"/>
                  </a:lnTo>
                  <a:lnTo>
                    <a:pt x="10632029" y="67503"/>
                  </a:lnTo>
                  <a:lnTo>
                    <a:pt x="10634777" y="74137"/>
                  </a:lnTo>
                  <a:lnTo>
                    <a:pt x="10636851" y="80975"/>
                  </a:lnTo>
                  <a:lnTo>
                    <a:pt x="10638252" y="88017"/>
                  </a:lnTo>
                  <a:lnTo>
                    <a:pt x="10639653" y="95059"/>
                  </a:lnTo>
                  <a:lnTo>
                    <a:pt x="10640354" y="102170"/>
                  </a:lnTo>
                  <a:lnTo>
                    <a:pt x="10640355" y="109351"/>
                  </a:lnTo>
                  <a:lnTo>
                    <a:pt x="10640355" y="603809"/>
                  </a:lnTo>
                  <a:lnTo>
                    <a:pt x="10632029" y="645655"/>
                  </a:lnTo>
                  <a:lnTo>
                    <a:pt x="10621924" y="664560"/>
                  </a:lnTo>
                  <a:lnTo>
                    <a:pt x="10617935" y="670531"/>
                  </a:lnTo>
                  <a:lnTo>
                    <a:pt x="10591755" y="694730"/>
                  </a:lnTo>
                  <a:lnTo>
                    <a:pt x="10585785" y="698720"/>
                  </a:lnTo>
                  <a:lnTo>
                    <a:pt x="10579483" y="702088"/>
                  </a:lnTo>
                  <a:lnTo>
                    <a:pt x="10572850" y="704836"/>
                  </a:lnTo>
                  <a:lnTo>
                    <a:pt x="10566216" y="707584"/>
                  </a:lnTo>
                  <a:lnTo>
                    <a:pt x="10559378" y="709658"/>
                  </a:lnTo>
                  <a:lnTo>
                    <a:pt x="10552336" y="711059"/>
                  </a:lnTo>
                  <a:lnTo>
                    <a:pt x="10545294" y="712460"/>
                  </a:lnTo>
                  <a:lnTo>
                    <a:pt x="10538183" y="713160"/>
                  </a:lnTo>
                  <a:lnTo>
                    <a:pt x="10531004" y="713160"/>
                  </a:lnTo>
                  <a:lnTo>
                    <a:pt x="109351" y="713160"/>
                  </a:lnTo>
                  <a:lnTo>
                    <a:pt x="102171" y="713160"/>
                  </a:lnTo>
                  <a:lnTo>
                    <a:pt x="95060" y="712460"/>
                  </a:lnTo>
                  <a:lnTo>
                    <a:pt x="88017" y="711059"/>
                  </a:lnTo>
                  <a:lnTo>
                    <a:pt x="80975" y="709658"/>
                  </a:lnTo>
                  <a:lnTo>
                    <a:pt x="74137" y="707584"/>
                  </a:lnTo>
                  <a:lnTo>
                    <a:pt x="67504" y="704836"/>
                  </a:lnTo>
                  <a:lnTo>
                    <a:pt x="60870" y="702088"/>
                  </a:lnTo>
                  <a:lnTo>
                    <a:pt x="54568" y="698720"/>
                  </a:lnTo>
                  <a:lnTo>
                    <a:pt x="48598" y="694730"/>
                  </a:lnTo>
                  <a:lnTo>
                    <a:pt x="42628" y="690741"/>
                  </a:lnTo>
                  <a:lnTo>
                    <a:pt x="14439" y="658591"/>
                  </a:lnTo>
                  <a:lnTo>
                    <a:pt x="700" y="618100"/>
                  </a:lnTo>
                  <a:lnTo>
                    <a:pt x="0" y="610989"/>
                  </a:lnTo>
                  <a:lnTo>
                    <a:pt x="0" y="603809"/>
                  </a:lnTo>
                  <a:close/>
                </a:path>
              </a:pathLst>
            </a:custGeom>
            <a:noFill/>
            <a:ln cap="flat" cmpd="sng" w="9525">
              <a:solidFill>
                <a:srgbClr val="E2E7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254" name="Google Shape;254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40183" y="6278956"/>
              <a:ext cx="124803" cy="1331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3"/>
            <p:cNvSpPr txBox="1"/>
            <p:nvPr/>
          </p:nvSpPr>
          <p:spPr>
            <a:xfrm>
              <a:off x="1161637" y="6247238"/>
              <a:ext cx="33951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2050">
              <a:spAutoFit/>
            </a:bodyPr>
            <a:lstStyle/>
            <a:p>
              <a:pPr indent="0" lvl="0" marL="127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DIRECTORY FACILITATOR (DF)</a:t>
              </a:r>
              <a:endParaRPr sz="1050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56" name="Google Shape;256;p23"/>
            <p:cNvSpPr txBox="1"/>
            <p:nvPr/>
          </p:nvSpPr>
          <p:spPr>
            <a:xfrm>
              <a:off x="3656065" y="6112213"/>
              <a:ext cx="73305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2700">
              <a:spAutoFit/>
            </a:bodyPr>
            <a:lstStyle/>
            <a:p>
              <a:pPr indent="0" lvl="0" marL="12700" marR="5080" rtl="0" algn="l">
                <a:lnSpc>
                  <a:spcPct val="12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Actúa como las </a:t>
              </a:r>
              <a:r>
                <a:rPr lang="en-US" sz="1050">
                  <a:solidFill>
                    <a:srgbClr val="8B00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"páginas amarillas" </a:t>
              </a:r>
              <a:r>
                <a:rPr lang="en-US" sz="105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del sistema, permitiendo que los agentes se localicen entre sí de forma dinámica y resiliente.</a:t>
              </a:r>
              <a:endParaRPr sz="1050"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257" name="Google Shape;25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0213" y="1331233"/>
            <a:ext cx="10649864" cy="118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1057040" y="1607600"/>
            <a:ext cx="9733280" cy="596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3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arquitectura se basa en tres agentes especializados coordinados a través de la plataforma JADE, optimizando el descubrimiento y la ejecución de tareas.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1475428" y="3115697"/>
            <a:ext cx="2884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AgentePercepcion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0" name="Google Shape;26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2086" y="5632368"/>
            <a:ext cx="86782" cy="1153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/>
          <p:nvPr/>
        </p:nvSpPr>
        <p:spPr>
          <a:xfrm>
            <a:off x="4621280" y="3052327"/>
            <a:ext cx="380365" cy="380365"/>
          </a:xfrm>
          <a:custGeom>
            <a:rect b="b" l="l" r="r" t="t"/>
            <a:pathLst>
              <a:path extrusionOk="0" h="380364" w="380364">
                <a:moveTo>
                  <a:pt x="309276" y="380352"/>
                </a:moveTo>
                <a:lnTo>
                  <a:pt x="71075" y="380352"/>
                </a:lnTo>
                <a:lnTo>
                  <a:pt x="66128" y="379865"/>
                </a:lnTo>
                <a:lnTo>
                  <a:pt x="29654" y="364756"/>
                </a:lnTo>
                <a:lnTo>
                  <a:pt x="3878" y="328777"/>
                </a:lnTo>
                <a:lnTo>
                  <a:pt x="0" y="309276"/>
                </a:lnTo>
                <a:lnTo>
                  <a:pt x="0" y="304281"/>
                </a:lnTo>
                <a:lnTo>
                  <a:pt x="0" y="71075"/>
                </a:lnTo>
                <a:lnTo>
                  <a:pt x="15595" y="29654"/>
                </a:lnTo>
                <a:lnTo>
                  <a:pt x="51573" y="3878"/>
                </a:lnTo>
                <a:lnTo>
                  <a:pt x="71075" y="0"/>
                </a:lnTo>
                <a:lnTo>
                  <a:pt x="309276" y="0"/>
                </a:lnTo>
                <a:lnTo>
                  <a:pt x="350696" y="15594"/>
                </a:lnTo>
                <a:lnTo>
                  <a:pt x="376473" y="51573"/>
                </a:lnTo>
                <a:lnTo>
                  <a:pt x="380352" y="71075"/>
                </a:lnTo>
                <a:lnTo>
                  <a:pt x="380352" y="309276"/>
                </a:lnTo>
                <a:lnTo>
                  <a:pt x="364756" y="350697"/>
                </a:lnTo>
                <a:lnTo>
                  <a:pt x="328777" y="376472"/>
                </a:lnTo>
                <a:lnTo>
                  <a:pt x="314223" y="379865"/>
                </a:lnTo>
                <a:lnTo>
                  <a:pt x="309276" y="380352"/>
                </a:lnTo>
                <a:close/>
              </a:path>
            </a:pathLst>
          </a:custGeom>
          <a:solidFill>
            <a:srgbClr val="8B00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2" name="Google Shape;26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6368" y="3147415"/>
            <a:ext cx="190176" cy="19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8234" y="4444024"/>
            <a:ext cx="109683" cy="7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8234" y="4662727"/>
            <a:ext cx="109683" cy="7878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/>
          <p:nvPr/>
        </p:nvSpPr>
        <p:spPr>
          <a:xfrm>
            <a:off x="8244136" y="3052327"/>
            <a:ext cx="380365" cy="380365"/>
          </a:xfrm>
          <a:custGeom>
            <a:rect b="b" l="l" r="r" t="t"/>
            <a:pathLst>
              <a:path extrusionOk="0" h="380364" w="380365">
                <a:moveTo>
                  <a:pt x="309276" y="380352"/>
                </a:moveTo>
                <a:lnTo>
                  <a:pt x="71075" y="380352"/>
                </a:lnTo>
                <a:lnTo>
                  <a:pt x="66127" y="379865"/>
                </a:lnTo>
                <a:lnTo>
                  <a:pt x="29653" y="364756"/>
                </a:lnTo>
                <a:lnTo>
                  <a:pt x="3878" y="328777"/>
                </a:lnTo>
                <a:lnTo>
                  <a:pt x="0" y="309276"/>
                </a:lnTo>
                <a:lnTo>
                  <a:pt x="0" y="304281"/>
                </a:lnTo>
                <a:lnTo>
                  <a:pt x="0" y="71075"/>
                </a:lnTo>
                <a:lnTo>
                  <a:pt x="15594" y="29654"/>
                </a:lnTo>
                <a:lnTo>
                  <a:pt x="51573" y="3878"/>
                </a:lnTo>
                <a:lnTo>
                  <a:pt x="71075" y="0"/>
                </a:lnTo>
                <a:lnTo>
                  <a:pt x="309276" y="0"/>
                </a:lnTo>
                <a:lnTo>
                  <a:pt x="350695" y="15594"/>
                </a:lnTo>
                <a:lnTo>
                  <a:pt x="376471" y="51573"/>
                </a:lnTo>
                <a:lnTo>
                  <a:pt x="380352" y="71075"/>
                </a:lnTo>
                <a:lnTo>
                  <a:pt x="380352" y="309276"/>
                </a:lnTo>
                <a:lnTo>
                  <a:pt x="364756" y="350697"/>
                </a:lnTo>
                <a:lnTo>
                  <a:pt x="328777" y="376472"/>
                </a:lnTo>
                <a:lnTo>
                  <a:pt x="314223" y="379865"/>
                </a:lnTo>
                <a:lnTo>
                  <a:pt x="309276" y="380352"/>
                </a:lnTo>
                <a:close/>
              </a:path>
            </a:pathLst>
          </a:custGeom>
          <a:solidFill>
            <a:srgbClr val="2FD5C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6" name="Google Shape;26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39224" y="3157980"/>
            <a:ext cx="190176" cy="16904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1171148" y="5436525"/>
            <a:ext cx="29388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OneShotBehaviour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CyclicBehav</a:t>
            </a:r>
            <a:r>
              <a:rPr lang="en-US" sz="120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iour ( con blockingReceive)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1007475" y="3592674"/>
            <a:ext cx="3152700" cy="17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5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Captura entrada del usuario (GUI/consola)</a:t>
            </a:r>
            <a:endParaRPr sz="1250">
              <a:solidFill>
                <a:srgbClr val="3C3F4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5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Aplica pipeline NLP (stop words + stemming)</a:t>
            </a:r>
            <a:endParaRPr sz="1250">
              <a:solidFill>
                <a:srgbClr val="3C3F4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5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Consulta TheMealDB API (recetas de temporada)</a:t>
            </a:r>
            <a:endParaRPr sz="1250">
              <a:solidFill>
                <a:srgbClr val="3C3F4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5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Coordina la consulta vía ACL REQUEST/INFORM</a:t>
            </a:r>
            <a:endParaRPr sz="1250">
              <a:solidFill>
                <a:srgbClr val="3C3F4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5101404" y="3115697"/>
            <a:ext cx="305562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AgenteInteligente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4806622" y="4391850"/>
            <a:ext cx="19902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5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IR   Inferencia Ontológica</a:t>
            </a:r>
            <a:endParaRPr sz="11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4606945" y="3541692"/>
            <a:ext cx="2793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'cerebro' del sistema. Ejecuta el motor IR y realiza inferencias complejas sobre la ontología.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8727379" y="3115697"/>
            <a:ext cx="254127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AgenteInterfaz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8232921" y="3541692"/>
            <a:ext cx="2769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Gestiona la visualización mediante una GUI HTML dinámica y actualizada en tiempo real.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74" name="Google Shape;274;p23"/>
          <p:cNvGrpSpPr/>
          <p:nvPr/>
        </p:nvGrpSpPr>
        <p:grpSpPr>
          <a:xfrm>
            <a:off x="8248900" y="4413909"/>
            <a:ext cx="2938779" cy="1052349"/>
            <a:chOff x="8248900" y="4413909"/>
            <a:chExt cx="2938779" cy="1052349"/>
          </a:xfrm>
        </p:grpSpPr>
        <p:sp>
          <p:nvSpPr>
            <p:cNvPr id="275" name="Google Shape;275;p23"/>
            <p:cNvSpPr/>
            <p:nvPr/>
          </p:nvSpPr>
          <p:spPr>
            <a:xfrm>
              <a:off x="8248900" y="4413909"/>
              <a:ext cx="2938779" cy="1052349"/>
            </a:xfrm>
            <a:custGeom>
              <a:rect b="b" l="l" r="r" t="t"/>
              <a:pathLst>
                <a:path extrusionOk="0" h="723264" w="2938779">
                  <a:moveTo>
                    <a:pt x="2871587" y="722668"/>
                  </a:moveTo>
                  <a:lnTo>
                    <a:pt x="66633" y="722668"/>
                  </a:lnTo>
                  <a:lnTo>
                    <a:pt x="61995" y="722211"/>
                  </a:lnTo>
                  <a:lnTo>
                    <a:pt x="24198" y="705092"/>
                  </a:lnTo>
                  <a:lnTo>
                    <a:pt x="2283" y="669858"/>
                  </a:lnTo>
                  <a:lnTo>
                    <a:pt x="0" y="656035"/>
                  </a:lnTo>
                  <a:lnTo>
                    <a:pt x="0" y="651353"/>
                  </a:lnTo>
                  <a:lnTo>
                    <a:pt x="0" y="66633"/>
                  </a:lnTo>
                  <a:lnTo>
                    <a:pt x="14619" y="27800"/>
                  </a:lnTo>
                  <a:lnTo>
                    <a:pt x="48349" y="3636"/>
                  </a:lnTo>
                  <a:lnTo>
                    <a:pt x="66633" y="0"/>
                  </a:lnTo>
                  <a:lnTo>
                    <a:pt x="2871587" y="0"/>
                  </a:lnTo>
                  <a:lnTo>
                    <a:pt x="2910418" y="14620"/>
                  </a:lnTo>
                  <a:lnTo>
                    <a:pt x="2934584" y="48350"/>
                  </a:lnTo>
                  <a:lnTo>
                    <a:pt x="2938220" y="66633"/>
                  </a:lnTo>
                  <a:lnTo>
                    <a:pt x="2938220" y="656035"/>
                  </a:lnTo>
                  <a:lnTo>
                    <a:pt x="2923600" y="694867"/>
                  </a:lnTo>
                  <a:lnTo>
                    <a:pt x="2889870" y="719032"/>
                  </a:lnTo>
                  <a:lnTo>
                    <a:pt x="2876224" y="722211"/>
                  </a:lnTo>
                  <a:lnTo>
                    <a:pt x="2871587" y="722668"/>
                  </a:lnTo>
                  <a:close/>
                </a:path>
              </a:pathLst>
            </a:custGeom>
            <a:solidFill>
              <a:srgbClr val="E2E7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76" name="Google Shape;276;p23"/>
            <p:cNvSpPr txBox="1"/>
            <p:nvPr/>
          </p:nvSpPr>
          <p:spPr>
            <a:xfrm>
              <a:off x="8367688" y="4583044"/>
              <a:ext cx="2769900" cy="6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950">
              <a:spAutoFit/>
            </a:bodyPr>
            <a:lstStyle/>
            <a:p>
              <a:pPr indent="0" lvl="0" marL="12700" marR="508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1A1A2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Dynamic Updates         </a:t>
              </a:r>
              <a:r>
                <a:rPr lang="en-US" sz="1200">
                  <a:solidFill>
                    <a:srgbClr val="5E5E6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Basado en CyclicBehaviour para refresco de resultados.</a:t>
              </a:r>
              <a:endParaRPr sz="1200"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/>
          <p:nvPr/>
        </p:nvSpPr>
        <p:spPr>
          <a:xfrm>
            <a:off x="752758" y="329617"/>
            <a:ext cx="1402842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 O T O R	I R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$PPTXTitle" id="282" name="Google Shape;282;p24"/>
          <p:cNvSpPr txBox="1"/>
          <p:nvPr>
            <p:ph type="title"/>
          </p:nvPr>
        </p:nvSpPr>
        <p:spPr>
          <a:xfrm>
            <a:off x="752759" y="550272"/>
            <a:ext cx="11237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lus Jakarta Sans"/>
                <a:ea typeface="Plus Jakarta Sans"/>
                <a:cs typeface="Plus Jakarta Sans"/>
                <a:sym typeface="Plus Jakarta Sans"/>
              </a:rPr>
              <a:t>TF-IDF y Similitud</a:t>
            </a:r>
            <a:endParaRPr b="1"/>
          </a:p>
        </p:txBody>
      </p:sp>
      <p:sp>
        <p:nvSpPr>
          <p:cNvPr id="283" name="Google Shape;283;p24"/>
          <p:cNvSpPr txBox="1"/>
          <p:nvPr/>
        </p:nvSpPr>
        <p:spPr>
          <a:xfrm>
            <a:off x="752758" y="1347059"/>
            <a:ext cx="6022975" cy="80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Concepto Central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3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motor de búsqueda combina modelos estadísticos y de conjuntos para garantizar la relevancia de las recetas sugeridas.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2690990" y="5429529"/>
            <a:ext cx="3394710" cy="361950"/>
          </a:xfrm>
          <a:custGeom>
            <a:rect b="b" l="l" r="r" t="t"/>
            <a:pathLst>
              <a:path extrusionOk="0" h="361950" w="3394710">
                <a:moveTo>
                  <a:pt x="1587969" y="32994"/>
                </a:moveTo>
                <a:lnTo>
                  <a:pt x="1559826" y="965"/>
                </a:lnTo>
                <a:lnTo>
                  <a:pt x="1554975" y="0"/>
                </a:lnTo>
                <a:lnTo>
                  <a:pt x="32981" y="0"/>
                </a:lnTo>
                <a:lnTo>
                  <a:pt x="965" y="28143"/>
                </a:lnTo>
                <a:lnTo>
                  <a:pt x="0" y="32994"/>
                </a:lnTo>
                <a:lnTo>
                  <a:pt x="0" y="323303"/>
                </a:lnTo>
                <a:lnTo>
                  <a:pt x="0" y="328345"/>
                </a:lnTo>
                <a:lnTo>
                  <a:pt x="28130" y="360375"/>
                </a:lnTo>
                <a:lnTo>
                  <a:pt x="32981" y="361340"/>
                </a:lnTo>
                <a:lnTo>
                  <a:pt x="1554975" y="361340"/>
                </a:lnTo>
                <a:lnTo>
                  <a:pt x="1587004" y="333197"/>
                </a:lnTo>
                <a:lnTo>
                  <a:pt x="1587969" y="328345"/>
                </a:lnTo>
                <a:lnTo>
                  <a:pt x="1587969" y="32994"/>
                </a:lnTo>
                <a:close/>
              </a:path>
              <a:path extrusionOk="0" h="361950" w="3394710">
                <a:moveTo>
                  <a:pt x="3394633" y="32994"/>
                </a:moveTo>
                <a:lnTo>
                  <a:pt x="3366503" y="965"/>
                </a:lnTo>
                <a:lnTo>
                  <a:pt x="3361652" y="0"/>
                </a:lnTo>
                <a:lnTo>
                  <a:pt x="1830146" y="0"/>
                </a:lnTo>
                <a:lnTo>
                  <a:pt x="1798129" y="28143"/>
                </a:lnTo>
                <a:lnTo>
                  <a:pt x="1797164" y="32994"/>
                </a:lnTo>
                <a:lnTo>
                  <a:pt x="1797164" y="323303"/>
                </a:lnTo>
                <a:lnTo>
                  <a:pt x="1797164" y="328345"/>
                </a:lnTo>
                <a:lnTo>
                  <a:pt x="1825294" y="360375"/>
                </a:lnTo>
                <a:lnTo>
                  <a:pt x="1830146" y="361340"/>
                </a:lnTo>
                <a:lnTo>
                  <a:pt x="3361652" y="361340"/>
                </a:lnTo>
                <a:lnTo>
                  <a:pt x="3393668" y="333197"/>
                </a:lnTo>
                <a:lnTo>
                  <a:pt x="3394633" y="328345"/>
                </a:lnTo>
                <a:lnTo>
                  <a:pt x="3394633" y="32994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1551850" y="6017735"/>
            <a:ext cx="31980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PUNTUACIÓN COMBINADA ( SCORE)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7264053" y="-16954"/>
            <a:ext cx="4943475" cy="4940300"/>
          </a:xfrm>
          <a:custGeom>
            <a:rect b="b" l="l" r="r" t="t"/>
            <a:pathLst>
              <a:path extrusionOk="0" h="4940300" w="4943475">
                <a:moveTo>
                  <a:pt x="3747463" y="4800599"/>
                </a:moveTo>
                <a:lnTo>
                  <a:pt x="1957819" y="4800599"/>
                </a:lnTo>
                <a:lnTo>
                  <a:pt x="1696632" y="4698999"/>
                </a:lnTo>
                <a:lnTo>
                  <a:pt x="1664718" y="4673599"/>
                </a:lnTo>
                <a:lnTo>
                  <a:pt x="1538891" y="4622799"/>
                </a:lnTo>
                <a:lnTo>
                  <a:pt x="1507915" y="4597399"/>
                </a:lnTo>
                <a:lnTo>
                  <a:pt x="1446579" y="4571999"/>
                </a:lnTo>
                <a:lnTo>
                  <a:pt x="1416228" y="4546599"/>
                </a:lnTo>
                <a:lnTo>
                  <a:pt x="1386089" y="4533899"/>
                </a:lnTo>
                <a:lnTo>
                  <a:pt x="1356171" y="4508499"/>
                </a:lnTo>
                <a:lnTo>
                  <a:pt x="1326483" y="4495799"/>
                </a:lnTo>
                <a:lnTo>
                  <a:pt x="1297025" y="4470399"/>
                </a:lnTo>
                <a:lnTo>
                  <a:pt x="1267797" y="4457699"/>
                </a:lnTo>
                <a:lnTo>
                  <a:pt x="1238808" y="4432299"/>
                </a:lnTo>
                <a:lnTo>
                  <a:pt x="1210065" y="4419599"/>
                </a:lnTo>
                <a:lnTo>
                  <a:pt x="1181571" y="4394199"/>
                </a:lnTo>
                <a:lnTo>
                  <a:pt x="1153324" y="4381499"/>
                </a:lnTo>
                <a:lnTo>
                  <a:pt x="1097605" y="4330699"/>
                </a:lnTo>
                <a:lnTo>
                  <a:pt x="1070142" y="4317999"/>
                </a:lnTo>
                <a:lnTo>
                  <a:pt x="1042944" y="4292599"/>
                </a:lnTo>
                <a:lnTo>
                  <a:pt x="989373" y="4241799"/>
                </a:lnTo>
                <a:lnTo>
                  <a:pt x="963008" y="4216399"/>
                </a:lnTo>
                <a:lnTo>
                  <a:pt x="936923" y="4203699"/>
                </a:lnTo>
                <a:lnTo>
                  <a:pt x="885628" y="4152899"/>
                </a:lnTo>
                <a:lnTo>
                  <a:pt x="835519" y="4102099"/>
                </a:lnTo>
                <a:lnTo>
                  <a:pt x="786623" y="4051299"/>
                </a:lnTo>
                <a:lnTo>
                  <a:pt x="738973" y="4000499"/>
                </a:lnTo>
                <a:lnTo>
                  <a:pt x="692596" y="3949699"/>
                </a:lnTo>
                <a:lnTo>
                  <a:pt x="647519" y="3898899"/>
                </a:lnTo>
                <a:lnTo>
                  <a:pt x="603771" y="3835399"/>
                </a:lnTo>
                <a:lnTo>
                  <a:pt x="582405" y="3809999"/>
                </a:lnTo>
                <a:lnTo>
                  <a:pt x="561377" y="3784599"/>
                </a:lnTo>
                <a:lnTo>
                  <a:pt x="540695" y="3759199"/>
                </a:lnTo>
                <a:lnTo>
                  <a:pt x="520364" y="3733799"/>
                </a:lnTo>
                <a:lnTo>
                  <a:pt x="500384" y="3695699"/>
                </a:lnTo>
                <a:lnTo>
                  <a:pt x="480755" y="3670299"/>
                </a:lnTo>
                <a:lnTo>
                  <a:pt x="461484" y="3644899"/>
                </a:lnTo>
                <a:lnTo>
                  <a:pt x="442576" y="3606799"/>
                </a:lnTo>
                <a:lnTo>
                  <a:pt x="424030" y="3581399"/>
                </a:lnTo>
                <a:lnTo>
                  <a:pt x="405848" y="3555999"/>
                </a:lnTo>
                <a:lnTo>
                  <a:pt x="388034" y="3517899"/>
                </a:lnTo>
                <a:lnTo>
                  <a:pt x="370594" y="3492499"/>
                </a:lnTo>
                <a:lnTo>
                  <a:pt x="353528" y="3467099"/>
                </a:lnTo>
                <a:lnTo>
                  <a:pt x="336835" y="3428999"/>
                </a:lnTo>
                <a:lnTo>
                  <a:pt x="320521" y="3403599"/>
                </a:lnTo>
                <a:lnTo>
                  <a:pt x="304592" y="3365499"/>
                </a:lnTo>
                <a:lnTo>
                  <a:pt x="289046" y="3340099"/>
                </a:lnTo>
                <a:lnTo>
                  <a:pt x="273883" y="3301999"/>
                </a:lnTo>
                <a:lnTo>
                  <a:pt x="259109" y="3276599"/>
                </a:lnTo>
                <a:lnTo>
                  <a:pt x="244727" y="3238499"/>
                </a:lnTo>
                <a:lnTo>
                  <a:pt x="230739" y="3213099"/>
                </a:lnTo>
                <a:lnTo>
                  <a:pt x="217143" y="3174999"/>
                </a:lnTo>
                <a:lnTo>
                  <a:pt x="203944" y="3149599"/>
                </a:lnTo>
                <a:lnTo>
                  <a:pt x="191146" y="3111499"/>
                </a:lnTo>
                <a:lnTo>
                  <a:pt x="178749" y="3073399"/>
                </a:lnTo>
                <a:lnTo>
                  <a:pt x="166753" y="3047999"/>
                </a:lnTo>
                <a:lnTo>
                  <a:pt x="155161" y="3009899"/>
                </a:lnTo>
                <a:lnTo>
                  <a:pt x="143977" y="2984499"/>
                </a:lnTo>
                <a:lnTo>
                  <a:pt x="133201" y="2946399"/>
                </a:lnTo>
                <a:lnTo>
                  <a:pt x="122833" y="2908299"/>
                </a:lnTo>
                <a:lnTo>
                  <a:pt x="112876" y="2882899"/>
                </a:lnTo>
                <a:lnTo>
                  <a:pt x="103333" y="2844799"/>
                </a:lnTo>
                <a:lnTo>
                  <a:pt x="94204" y="2806699"/>
                </a:lnTo>
                <a:lnTo>
                  <a:pt x="85489" y="2781299"/>
                </a:lnTo>
                <a:lnTo>
                  <a:pt x="77191" y="2743199"/>
                </a:lnTo>
                <a:lnTo>
                  <a:pt x="69312" y="2705099"/>
                </a:lnTo>
                <a:lnTo>
                  <a:pt x="61852" y="2679699"/>
                </a:lnTo>
                <a:lnTo>
                  <a:pt x="54811" y="2641599"/>
                </a:lnTo>
                <a:lnTo>
                  <a:pt x="48192" y="2603499"/>
                </a:lnTo>
                <a:lnTo>
                  <a:pt x="41997" y="2578099"/>
                </a:lnTo>
                <a:lnTo>
                  <a:pt x="36224" y="2539999"/>
                </a:lnTo>
                <a:lnTo>
                  <a:pt x="30875" y="2501899"/>
                </a:lnTo>
                <a:lnTo>
                  <a:pt x="25950" y="2463799"/>
                </a:lnTo>
                <a:lnTo>
                  <a:pt x="21452" y="2438399"/>
                </a:lnTo>
                <a:lnTo>
                  <a:pt x="17381" y="2400299"/>
                </a:lnTo>
                <a:lnTo>
                  <a:pt x="13736" y="2362199"/>
                </a:lnTo>
                <a:lnTo>
                  <a:pt x="10518" y="2324099"/>
                </a:lnTo>
                <a:lnTo>
                  <a:pt x="7728" y="2298699"/>
                </a:lnTo>
                <a:lnTo>
                  <a:pt x="5368" y="2260599"/>
                </a:lnTo>
                <a:lnTo>
                  <a:pt x="3435" y="2222499"/>
                </a:lnTo>
                <a:lnTo>
                  <a:pt x="1932" y="2184399"/>
                </a:lnTo>
                <a:lnTo>
                  <a:pt x="858" y="2158999"/>
                </a:lnTo>
                <a:lnTo>
                  <a:pt x="214" y="2120899"/>
                </a:lnTo>
                <a:lnTo>
                  <a:pt x="0" y="2082799"/>
                </a:lnTo>
                <a:lnTo>
                  <a:pt x="214" y="2044699"/>
                </a:lnTo>
                <a:lnTo>
                  <a:pt x="1931" y="1981199"/>
                </a:lnTo>
                <a:lnTo>
                  <a:pt x="3435" y="1943099"/>
                </a:lnTo>
                <a:lnTo>
                  <a:pt x="5367" y="1904999"/>
                </a:lnTo>
                <a:lnTo>
                  <a:pt x="7728" y="1879599"/>
                </a:lnTo>
                <a:lnTo>
                  <a:pt x="10517" y="1841499"/>
                </a:lnTo>
                <a:lnTo>
                  <a:pt x="13735" y="1803399"/>
                </a:lnTo>
                <a:lnTo>
                  <a:pt x="17380" y="1765299"/>
                </a:lnTo>
                <a:lnTo>
                  <a:pt x="21451" y="1739899"/>
                </a:lnTo>
                <a:lnTo>
                  <a:pt x="25949" y="1701799"/>
                </a:lnTo>
                <a:lnTo>
                  <a:pt x="30874" y="1663699"/>
                </a:lnTo>
                <a:lnTo>
                  <a:pt x="36223" y="1638299"/>
                </a:lnTo>
                <a:lnTo>
                  <a:pt x="41996" y="1600199"/>
                </a:lnTo>
                <a:lnTo>
                  <a:pt x="48192" y="1562099"/>
                </a:lnTo>
                <a:lnTo>
                  <a:pt x="54811" y="1523999"/>
                </a:lnTo>
                <a:lnTo>
                  <a:pt x="61851" y="1498599"/>
                </a:lnTo>
                <a:lnTo>
                  <a:pt x="69311" y="1460499"/>
                </a:lnTo>
                <a:lnTo>
                  <a:pt x="77190" y="1422399"/>
                </a:lnTo>
                <a:lnTo>
                  <a:pt x="85489" y="1396999"/>
                </a:lnTo>
                <a:lnTo>
                  <a:pt x="94203" y="1358899"/>
                </a:lnTo>
                <a:lnTo>
                  <a:pt x="103332" y="1320799"/>
                </a:lnTo>
                <a:lnTo>
                  <a:pt x="112875" y="1295399"/>
                </a:lnTo>
                <a:lnTo>
                  <a:pt x="122832" y="1257299"/>
                </a:lnTo>
                <a:lnTo>
                  <a:pt x="133200" y="1219199"/>
                </a:lnTo>
                <a:lnTo>
                  <a:pt x="143976" y="1193799"/>
                </a:lnTo>
                <a:lnTo>
                  <a:pt x="155160" y="1155699"/>
                </a:lnTo>
                <a:lnTo>
                  <a:pt x="166752" y="1130299"/>
                </a:lnTo>
                <a:lnTo>
                  <a:pt x="178748" y="1092199"/>
                </a:lnTo>
                <a:lnTo>
                  <a:pt x="191146" y="1054099"/>
                </a:lnTo>
                <a:lnTo>
                  <a:pt x="203944" y="1028699"/>
                </a:lnTo>
                <a:lnTo>
                  <a:pt x="217143" y="990599"/>
                </a:lnTo>
                <a:lnTo>
                  <a:pt x="230739" y="965199"/>
                </a:lnTo>
                <a:lnTo>
                  <a:pt x="244727" y="927099"/>
                </a:lnTo>
                <a:lnTo>
                  <a:pt x="259109" y="901699"/>
                </a:lnTo>
                <a:lnTo>
                  <a:pt x="273883" y="863599"/>
                </a:lnTo>
                <a:lnTo>
                  <a:pt x="289045" y="838199"/>
                </a:lnTo>
                <a:lnTo>
                  <a:pt x="304591" y="800099"/>
                </a:lnTo>
                <a:lnTo>
                  <a:pt x="320522" y="774699"/>
                </a:lnTo>
                <a:lnTo>
                  <a:pt x="336835" y="736599"/>
                </a:lnTo>
                <a:lnTo>
                  <a:pt x="353528" y="711199"/>
                </a:lnTo>
                <a:lnTo>
                  <a:pt x="370594" y="685799"/>
                </a:lnTo>
                <a:lnTo>
                  <a:pt x="388034" y="647699"/>
                </a:lnTo>
                <a:lnTo>
                  <a:pt x="405848" y="622299"/>
                </a:lnTo>
                <a:lnTo>
                  <a:pt x="424031" y="584199"/>
                </a:lnTo>
                <a:lnTo>
                  <a:pt x="442576" y="558799"/>
                </a:lnTo>
                <a:lnTo>
                  <a:pt x="461485" y="533399"/>
                </a:lnTo>
                <a:lnTo>
                  <a:pt x="480756" y="495299"/>
                </a:lnTo>
                <a:lnTo>
                  <a:pt x="500385" y="469899"/>
                </a:lnTo>
                <a:lnTo>
                  <a:pt x="520364" y="444499"/>
                </a:lnTo>
                <a:lnTo>
                  <a:pt x="540695" y="419099"/>
                </a:lnTo>
                <a:lnTo>
                  <a:pt x="561378" y="380999"/>
                </a:lnTo>
                <a:lnTo>
                  <a:pt x="603771" y="330199"/>
                </a:lnTo>
                <a:lnTo>
                  <a:pt x="647519" y="279399"/>
                </a:lnTo>
                <a:lnTo>
                  <a:pt x="692596" y="228599"/>
                </a:lnTo>
                <a:lnTo>
                  <a:pt x="715622" y="190499"/>
                </a:lnTo>
                <a:lnTo>
                  <a:pt x="762643" y="139699"/>
                </a:lnTo>
                <a:lnTo>
                  <a:pt x="810915" y="88899"/>
                </a:lnTo>
                <a:lnTo>
                  <a:pt x="860425" y="38099"/>
                </a:lnTo>
                <a:lnTo>
                  <a:pt x="885628" y="25399"/>
                </a:lnTo>
                <a:lnTo>
                  <a:pt x="911128" y="0"/>
                </a:lnTo>
                <a:lnTo>
                  <a:pt x="4794154" y="0"/>
                </a:lnTo>
                <a:lnTo>
                  <a:pt x="4819653" y="25399"/>
                </a:lnTo>
                <a:lnTo>
                  <a:pt x="4844857" y="38099"/>
                </a:lnTo>
                <a:lnTo>
                  <a:pt x="4869763" y="63499"/>
                </a:lnTo>
                <a:lnTo>
                  <a:pt x="4894367" y="88899"/>
                </a:lnTo>
                <a:lnTo>
                  <a:pt x="4942998" y="139699"/>
                </a:lnTo>
                <a:lnTo>
                  <a:pt x="4942998" y="4025899"/>
                </a:lnTo>
                <a:lnTo>
                  <a:pt x="4894367" y="4076699"/>
                </a:lnTo>
                <a:lnTo>
                  <a:pt x="4844857" y="4127499"/>
                </a:lnTo>
                <a:lnTo>
                  <a:pt x="4794154" y="4178299"/>
                </a:lnTo>
                <a:lnTo>
                  <a:pt x="4742274" y="4216399"/>
                </a:lnTo>
                <a:lnTo>
                  <a:pt x="4715909" y="4241799"/>
                </a:lnTo>
                <a:lnTo>
                  <a:pt x="4662337" y="4292599"/>
                </a:lnTo>
                <a:lnTo>
                  <a:pt x="4635139" y="4317999"/>
                </a:lnTo>
                <a:lnTo>
                  <a:pt x="4607676" y="4330699"/>
                </a:lnTo>
                <a:lnTo>
                  <a:pt x="4551957" y="4381499"/>
                </a:lnTo>
                <a:lnTo>
                  <a:pt x="4523709" y="4394199"/>
                </a:lnTo>
                <a:lnTo>
                  <a:pt x="4495215" y="4419599"/>
                </a:lnTo>
                <a:lnTo>
                  <a:pt x="4466473" y="4432299"/>
                </a:lnTo>
                <a:lnTo>
                  <a:pt x="4437483" y="4457699"/>
                </a:lnTo>
                <a:lnTo>
                  <a:pt x="4408255" y="4470399"/>
                </a:lnTo>
                <a:lnTo>
                  <a:pt x="4378797" y="4495799"/>
                </a:lnTo>
                <a:lnTo>
                  <a:pt x="4349109" y="4508499"/>
                </a:lnTo>
                <a:lnTo>
                  <a:pt x="4319191" y="4533899"/>
                </a:lnTo>
                <a:lnTo>
                  <a:pt x="4289052" y="4546599"/>
                </a:lnTo>
                <a:lnTo>
                  <a:pt x="4258702" y="4571999"/>
                </a:lnTo>
                <a:lnTo>
                  <a:pt x="4197367" y="4597399"/>
                </a:lnTo>
                <a:lnTo>
                  <a:pt x="4166390" y="4622799"/>
                </a:lnTo>
                <a:lnTo>
                  <a:pt x="4040562" y="4673599"/>
                </a:lnTo>
                <a:lnTo>
                  <a:pt x="4008649" y="4698999"/>
                </a:lnTo>
                <a:lnTo>
                  <a:pt x="3747463" y="4800599"/>
                </a:lnTo>
                <a:close/>
              </a:path>
              <a:path extrusionOk="0" h="4940300" w="4943475">
                <a:moveTo>
                  <a:pt x="3613476" y="4838699"/>
                </a:moveTo>
                <a:lnTo>
                  <a:pt x="2091805" y="4838699"/>
                </a:lnTo>
                <a:lnTo>
                  <a:pt x="1991124" y="4800599"/>
                </a:lnTo>
                <a:lnTo>
                  <a:pt x="3714159" y="4800599"/>
                </a:lnTo>
                <a:lnTo>
                  <a:pt x="3613476" y="4838699"/>
                </a:lnTo>
                <a:close/>
              </a:path>
              <a:path extrusionOk="0" h="4940300" w="4943475">
                <a:moveTo>
                  <a:pt x="3511763" y="4864099"/>
                </a:moveTo>
                <a:lnTo>
                  <a:pt x="2193517" y="4864099"/>
                </a:lnTo>
                <a:lnTo>
                  <a:pt x="2125598" y="4838699"/>
                </a:lnTo>
                <a:lnTo>
                  <a:pt x="3579682" y="4838699"/>
                </a:lnTo>
                <a:lnTo>
                  <a:pt x="3511763" y="4864099"/>
                </a:lnTo>
                <a:close/>
              </a:path>
              <a:path extrusionOk="0" h="4940300" w="4943475">
                <a:moveTo>
                  <a:pt x="3409162" y="4889499"/>
                </a:moveTo>
                <a:lnTo>
                  <a:pt x="2296118" y="4889499"/>
                </a:lnTo>
                <a:lnTo>
                  <a:pt x="2227623" y="4864099"/>
                </a:lnTo>
                <a:lnTo>
                  <a:pt x="3477656" y="4864099"/>
                </a:lnTo>
                <a:lnTo>
                  <a:pt x="3409162" y="4889499"/>
                </a:lnTo>
                <a:close/>
              </a:path>
              <a:path extrusionOk="0" h="4940300" w="4943475">
                <a:moveTo>
                  <a:pt x="3340333" y="4902199"/>
                </a:moveTo>
                <a:lnTo>
                  <a:pt x="2364948" y="4902199"/>
                </a:lnTo>
                <a:lnTo>
                  <a:pt x="2330496" y="4889499"/>
                </a:lnTo>
                <a:lnTo>
                  <a:pt x="3374785" y="4889499"/>
                </a:lnTo>
                <a:lnTo>
                  <a:pt x="3340333" y="4902199"/>
                </a:lnTo>
                <a:close/>
              </a:path>
              <a:path extrusionOk="0" h="4940300" w="4943475">
                <a:moveTo>
                  <a:pt x="3236549" y="4914899"/>
                </a:moveTo>
                <a:lnTo>
                  <a:pt x="2468733" y="4914899"/>
                </a:lnTo>
                <a:lnTo>
                  <a:pt x="2434071" y="4902199"/>
                </a:lnTo>
                <a:lnTo>
                  <a:pt x="3271210" y="4902199"/>
                </a:lnTo>
                <a:lnTo>
                  <a:pt x="3236549" y="4914899"/>
                </a:lnTo>
                <a:close/>
              </a:path>
              <a:path extrusionOk="0" h="4940300" w="4943475">
                <a:moveTo>
                  <a:pt x="3132249" y="4927599"/>
                </a:moveTo>
                <a:lnTo>
                  <a:pt x="2573034" y="4927599"/>
                </a:lnTo>
                <a:lnTo>
                  <a:pt x="2538214" y="4914899"/>
                </a:lnTo>
                <a:lnTo>
                  <a:pt x="3167068" y="4914899"/>
                </a:lnTo>
                <a:lnTo>
                  <a:pt x="3132249" y="4927599"/>
                </a:lnTo>
                <a:close/>
              </a:path>
              <a:path extrusionOk="0" h="4940300" w="4943475">
                <a:moveTo>
                  <a:pt x="2992613" y="4940299"/>
                </a:moveTo>
                <a:lnTo>
                  <a:pt x="2712669" y="4940299"/>
                </a:lnTo>
                <a:lnTo>
                  <a:pt x="2677713" y="4927599"/>
                </a:lnTo>
                <a:lnTo>
                  <a:pt x="3027570" y="4927599"/>
                </a:lnTo>
                <a:lnTo>
                  <a:pt x="2992613" y="4940299"/>
                </a:lnTo>
                <a:close/>
              </a:path>
            </a:pathLst>
          </a:custGeom>
          <a:solidFill>
            <a:srgbClr val="FF5E1F">
              <a:alpha val="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9508" y="3613346"/>
            <a:ext cx="3994150" cy="3223895"/>
          </a:xfrm>
          <a:custGeom>
            <a:rect b="b" l="l" r="r" t="t"/>
            <a:pathLst>
              <a:path extrusionOk="0" h="3223895" w="3994150">
                <a:moveTo>
                  <a:pt x="3837914" y="3223485"/>
                </a:moveTo>
                <a:lnTo>
                  <a:pt x="0" y="3223485"/>
                </a:lnTo>
                <a:lnTo>
                  <a:pt x="0" y="634223"/>
                </a:lnTo>
                <a:lnTo>
                  <a:pt x="41802" y="596351"/>
                </a:lnTo>
                <a:lnTo>
                  <a:pt x="85978" y="558245"/>
                </a:lnTo>
                <a:lnTo>
                  <a:pt x="131081" y="521229"/>
                </a:lnTo>
                <a:lnTo>
                  <a:pt x="177073" y="485337"/>
                </a:lnTo>
                <a:lnTo>
                  <a:pt x="223939" y="450579"/>
                </a:lnTo>
                <a:lnTo>
                  <a:pt x="271636" y="416987"/>
                </a:lnTo>
                <a:lnTo>
                  <a:pt x="320151" y="384570"/>
                </a:lnTo>
                <a:lnTo>
                  <a:pt x="369439" y="353359"/>
                </a:lnTo>
                <a:lnTo>
                  <a:pt x="419486" y="323362"/>
                </a:lnTo>
                <a:lnTo>
                  <a:pt x="470247" y="294606"/>
                </a:lnTo>
                <a:lnTo>
                  <a:pt x="521705" y="267101"/>
                </a:lnTo>
                <a:lnTo>
                  <a:pt x="573816" y="240871"/>
                </a:lnTo>
                <a:lnTo>
                  <a:pt x="626562" y="215924"/>
                </a:lnTo>
                <a:lnTo>
                  <a:pt x="679897" y="192282"/>
                </a:lnTo>
                <a:lnTo>
                  <a:pt x="733803" y="169954"/>
                </a:lnTo>
                <a:lnTo>
                  <a:pt x="788234" y="148958"/>
                </a:lnTo>
                <a:lnTo>
                  <a:pt x="843171" y="129301"/>
                </a:lnTo>
                <a:lnTo>
                  <a:pt x="898566" y="111001"/>
                </a:lnTo>
                <a:lnTo>
                  <a:pt x="954402" y="94063"/>
                </a:lnTo>
                <a:lnTo>
                  <a:pt x="1010629" y="78503"/>
                </a:lnTo>
                <a:lnTo>
                  <a:pt x="1067229" y="64326"/>
                </a:lnTo>
                <a:lnTo>
                  <a:pt x="1124150" y="51544"/>
                </a:lnTo>
                <a:lnTo>
                  <a:pt x="1181378" y="40160"/>
                </a:lnTo>
                <a:lnTo>
                  <a:pt x="1238858" y="30187"/>
                </a:lnTo>
                <a:lnTo>
                  <a:pt x="1296573" y="21626"/>
                </a:lnTo>
                <a:lnTo>
                  <a:pt x="1354474" y="14484"/>
                </a:lnTo>
                <a:lnTo>
                  <a:pt x="1412541" y="8765"/>
                </a:lnTo>
                <a:lnTo>
                  <a:pt x="1470723" y="4473"/>
                </a:lnTo>
                <a:lnTo>
                  <a:pt x="1529001" y="1610"/>
                </a:lnTo>
                <a:lnTo>
                  <a:pt x="1587323" y="178"/>
                </a:lnTo>
                <a:lnTo>
                  <a:pt x="1616497" y="0"/>
                </a:lnTo>
                <a:lnTo>
                  <a:pt x="1645671" y="178"/>
                </a:lnTo>
                <a:lnTo>
                  <a:pt x="1703992" y="1610"/>
                </a:lnTo>
                <a:lnTo>
                  <a:pt x="1762270" y="4473"/>
                </a:lnTo>
                <a:lnTo>
                  <a:pt x="1820452" y="8765"/>
                </a:lnTo>
                <a:lnTo>
                  <a:pt x="1878519" y="14484"/>
                </a:lnTo>
                <a:lnTo>
                  <a:pt x="1936420" y="21626"/>
                </a:lnTo>
                <a:lnTo>
                  <a:pt x="1994136" y="30187"/>
                </a:lnTo>
                <a:lnTo>
                  <a:pt x="2051617" y="40160"/>
                </a:lnTo>
                <a:lnTo>
                  <a:pt x="2108844" y="51544"/>
                </a:lnTo>
                <a:lnTo>
                  <a:pt x="2165766" y="64326"/>
                </a:lnTo>
                <a:lnTo>
                  <a:pt x="2222366" y="78503"/>
                </a:lnTo>
                <a:lnTo>
                  <a:pt x="2278592" y="94063"/>
                </a:lnTo>
                <a:lnTo>
                  <a:pt x="2334428" y="111001"/>
                </a:lnTo>
                <a:lnTo>
                  <a:pt x="2389822" y="129301"/>
                </a:lnTo>
                <a:lnTo>
                  <a:pt x="2444760" y="148958"/>
                </a:lnTo>
                <a:lnTo>
                  <a:pt x="2499190" y="169954"/>
                </a:lnTo>
                <a:lnTo>
                  <a:pt x="2553097" y="192282"/>
                </a:lnTo>
                <a:lnTo>
                  <a:pt x="2606431" y="215924"/>
                </a:lnTo>
                <a:lnTo>
                  <a:pt x="2659177" y="240871"/>
                </a:lnTo>
                <a:lnTo>
                  <a:pt x="2711287" y="267101"/>
                </a:lnTo>
                <a:lnTo>
                  <a:pt x="2762746" y="294606"/>
                </a:lnTo>
                <a:lnTo>
                  <a:pt x="2813506" y="323362"/>
                </a:lnTo>
                <a:lnTo>
                  <a:pt x="2863553" y="353359"/>
                </a:lnTo>
                <a:lnTo>
                  <a:pt x="2912842" y="384570"/>
                </a:lnTo>
                <a:lnTo>
                  <a:pt x="2961357" y="416987"/>
                </a:lnTo>
                <a:lnTo>
                  <a:pt x="3009054" y="450579"/>
                </a:lnTo>
                <a:lnTo>
                  <a:pt x="3055920" y="485337"/>
                </a:lnTo>
                <a:lnTo>
                  <a:pt x="3101912" y="521229"/>
                </a:lnTo>
                <a:lnTo>
                  <a:pt x="3147016" y="558245"/>
                </a:lnTo>
                <a:lnTo>
                  <a:pt x="3191191" y="596351"/>
                </a:lnTo>
                <a:lnTo>
                  <a:pt x="3234424" y="635535"/>
                </a:lnTo>
                <a:lnTo>
                  <a:pt x="3276676" y="675763"/>
                </a:lnTo>
                <a:lnTo>
                  <a:pt x="3317935" y="717021"/>
                </a:lnTo>
                <a:lnTo>
                  <a:pt x="3358162" y="759273"/>
                </a:lnTo>
                <a:lnTo>
                  <a:pt x="3397346" y="802506"/>
                </a:lnTo>
                <a:lnTo>
                  <a:pt x="3435452" y="846682"/>
                </a:lnTo>
                <a:lnTo>
                  <a:pt x="3472468" y="891786"/>
                </a:lnTo>
                <a:lnTo>
                  <a:pt x="3508360" y="937777"/>
                </a:lnTo>
                <a:lnTo>
                  <a:pt x="3543118" y="984643"/>
                </a:lnTo>
                <a:lnTo>
                  <a:pt x="3576710" y="1032340"/>
                </a:lnTo>
                <a:lnTo>
                  <a:pt x="3609127" y="1080855"/>
                </a:lnTo>
                <a:lnTo>
                  <a:pt x="3640338" y="1130143"/>
                </a:lnTo>
                <a:lnTo>
                  <a:pt x="3670335" y="1180190"/>
                </a:lnTo>
                <a:lnTo>
                  <a:pt x="3699091" y="1230951"/>
                </a:lnTo>
                <a:lnTo>
                  <a:pt x="3726596" y="1282410"/>
                </a:lnTo>
                <a:lnTo>
                  <a:pt x="3752826" y="1334520"/>
                </a:lnTo>
                <a:lnTo>
                  <a:pt x="3777773" y="1387266"/>
                </a:lnTo>
                <a:lnTo>
                  <a:pt x="3801415" y="1440600"/>
                </a:lnTo>
                <a:lnTo>
                  <a:pt x="3823743" y="1494507"/>
                </a:lnTo>
                <a:lnTo>
                  <a:pt x="3844740" y="1548937"/>
                </a:lnTo>
                <a:lnTo>
                  <a:pt x="3864397" y="1603875"/>
                </a:lnTo>
                <a:lnTo>
                  <a:pt x="3882697" y="1659270"/>
                </a:lnTo>
                <a:lnTo>
                  <a:pt x="3899634" y="1715105"/>
                </a:lnTo>
                <a:lnTo>
                  <a:pt x="3915194" y="1771331"/>
                </a:lnTo>
                <a:lnTo>
                  <a:pt x="3929372" y="1827931"/>
                </a:lnTo>
                <a:lnTo>
                  <a:pt x="3942154" y="1884853"/>
                </a:lnTo>
                <a:lnTo>
                  <a:pt x="3953537" y="1942080"/>
                </a:lnTo>
                <a:lnTo>
                  <a:pt x="3963511" y="1999561"/>
                </a:lnTo>
                <a:lnTo>
                  <a:pt x="3972072" y="2057277"/>
                </a:lnTo>
                <a:lnTo>
                  <a:pt x="3979214" y="2115178"/>
                </a:lnTo>
                <a:lnTo>
                  <a:pt x="3984933" y="2173246"/>
                </a:lnTo>
                <a:lnTo>
                  <a:pt x="3989225" y="2231427"/>
                </a:lnTo>
                <a:lnTo>
                  <a:pt x="3992088" y="2289705"/>
                </a:lnTo>
                <a:lnTo>
                  <a:pt x="3993519" y="2348027"/>
                </a:lnTo>
                <a:lnTo>
                  <a:pt x="3993698" y="2377201"/>
                </a:lnTo>
                <a:lnTo>
                  <a:pt x="3993519" y="2406375"/>
                </a:lnTo>
                <a:lnTo>
                  <a:pt x="3992088" y="2464697"/>
                </a:lnTo>
                <a:lnTo>
                  <a:pt x="3989225" y="2522975"/>
                </a:lnTo>
                <a:lnTo>
                  <a:pt x="3984933" y="2581157"/>
                </a:lnTo>
                <a:lnTo>
                  <a:pt x="3979214" y="2639224"/>
                </a:lnTo>
                <a:lnTo>
                  <a:pt x="3972072" y="2697124"/>
                </a:lnTo>
                <a:lnTo>
                  <a:pt x="3963511" y="2754840"/>
                </a:lnTo>
                <a:lnTo>
                  <a:pt x="3953537" y="2812321"/>
                </a:lnTo>
                <a:lnTo>
                  <a:pt x="3942154" y="2869548"/>
                </a:lnTo>
                <a:lnTo>
                  <a:pt x="3929371" y="2926470"/>
                </a:lnTo>
                <a:lnTo>
                  <a:pt x="3915194" y="2983069"/>
                </a:lnTo>
                <a:lnTo>
                  <a:pt x="3899634" y="3039296"/>
                </a:lnTo>
                <a:lnTo>
                  <a:pt x="3882697" y="3095132"/>
                </a:lnTo>
                <a:lnTo>
                  <a:pt x="3864397" y="3150526"/>
                </a:lnTo>
                <a:lnTo>
                  <a:pt x="3844739" y="3205464"/>
                </a:lnTo>
                <a:lnTo>
                  <a:pt x="3837914" y="3223485"/>
                </a:lnTo>
                <a:close/>
              </a:path>
            </a:pathLst>
          </a:custGeom>
          <a:solidFill>
            <a:srgbClr val="8B00FF">
              <a:alpha val="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88" name="Google Shape;288;p24"/>
          <p:cNvGrpSpPr/>
          <p:nvPr/>
        </p:nvGrpSpPr>
        <p:grpSpPr>
          <a:xfrm>
            <a:off x="746290" y="2403432"/>
            <a:ext cx="5966851" cy="2660104"/>
            <a:chOff x="808619" y="2169725"/>
            <a:chExt cx="5448681" cy="2428875"/>
          </a:xfrm>
        </p:grpSpPr>
        <p:grpSp>
          <p:nvGrpSpPr>
            <p:cNvPr id="289" name="Google Shape;289;p24"/>
            <p:cNvGrpSpPr/>
            <p:nvPr/>
          </p:nvGrpSpPr>
          <p:grpSpPr>
            <a:xfrm>
              <a:off x="808619" y="2169725"/>
              <a:ext cx="2667000" cy="1143000"/>
              <a:chOff x="456819" y="2381250"/>
              <a:chExt cx="2667000" cy="1143000"/>
            </a:xfrm>
          </p:grpSpPr>
          <p:sp>
            <p:nvSpPr>
              <p:cNvPr id="290" name="Google Shape;290;p24"/>
              <p:cNvSpPr/>
              <p:nvPr/>
            </p:nvSpPr>
            <p:spPr>
              <a:xfrm>
                <a:off x="456819" y="2381250"/>
                <a:ext cx="2667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20850">
                <a:solidFill>
                  <a:srgbClr val="FF5E1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291" name="Google Shape;291;p24"/>
              <p:cNvSpPr/>
              <p:nvPr/>
            </p:nvSpPr>
            <p:spPr>
              <a:xfrm>
                <a:off x="552450" y="2809875"/>
                <a:ext cx="21909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0D1117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292" name="Google Shape;292;p24"/>
              <p:cNvSpPr txBox="1"/>
              <p:nvPr/>
            </p:nvSpPr>
            <p:spPr>
              <a:xfrm>
                <a:off x="552450" y="2428875"/>
                <a:ext cx="2476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24">
                    <a:solidFill>
                      <a:srgbClr val="0D111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TF Logarítmico</a:t>
                </a:r>
                <a:endParaRPr b="1" sz="1724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93" name="Google Shape;293;p24"/>
              <p:cNvSpPr txBox="1"/>
              <p:nvPr/>
            </p:nvSpPr>
            <p:spPr>
              <a:xfrm>
                <a:off x="552450" y="2809875"/>
                <a:ext cx="2190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5215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5">
                    <a:solidFill>
                      <a:srgbClr val="FF5E1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w(t,d) = 1 + log₁₀(tf)</a:t>
                </a:r>
                <a:endParaRPr sz="1505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76">
                    <a:solidFill>
                      <a:srgbClr val="6C6F72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si tf &gt; 0; else 0</a:t>
                </a:r>
                <a:endParaRPr sz="1176">
                  <a:solidFill>
                    <a:srgbClr val="6C6F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294" name="Google Shape;294;p24"/>
            <p:cNvGrpSpPr/>
            <p:nvPr/>
          </p:nvGrpSpPr>
          <p:grpSpPr>
            <a:xfrm>
              <a:off x="3590300" y="2169725"/>
              <a:ext cx="2667000" cy="1143000"/>
              <a:chOff x="3238500" y="2381250"/>
              <a:chExt cx="2667000" cy="1143000"/>
            </a:xfrm>
          </p:grpSpPr>
          <p:sp>
            <p:nvSpPr>
              <p:cNvPr id="295" name="Google Shape;295;p24"/>
              <p:cNvSpPr/>
              <p:nvPr/>
            </p:nvSpPr>
            <p:spPr>
              <a:xfrm>
                <a:off x="3238500" y="2381250"/>
                <a:ext cx="2667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20850">
                <a:solidFill>
                  <a:srgbClr val="8B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296" name="Google Shape;296;p24"/>
              <p:cNvSpPr/>
              <p:nvPr/>
            </p:nvSpPr>
            <p:spPr>
              <a:xfrm>
                <a:off x="3333750" y="2809875"/>
                <a:ext cx="21909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0D1117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297" name="Google Shape;297;p24"/>
              <p:cNvSpPr txBox="1"/>
              <p:nvPr/>
            </p:nvSpPr>
            <p:spPr>
              <a:xfrm>
                <a:off x="3333750" y="2428875"/>
                <a:ext cx="2476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24">
                    <a:solidFill>
                      <a:srgbClr val="0D111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IDF</a:t>
                </a:r>
                <a:endParaRPr b="1" sz="1724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98" name="Google Shape;298;p24"/>
              <p:cNvSpPr txBox="1"/>
              <p:nvPr/>
            </p:nvSpPr>
            <p:spPr>
              <a:xfrm>
                <a:off x="3333750" y="2809875"/>
                <a:ext cx="2190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5215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5">
                    <a:solidFill>
                      <a:srgbClr val="8B00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idf(t) = log₁₀( N / df(t) )</a:t>
                </a:r>
                <a:endParaRPr sz="1505">
                  <a:solidFill>
                    <a:srgbClr val="8B00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76">
                    <a:solidFill>
                      <a:srgbClr val="6C6F72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Inversión de frecuencia</a:t>
                </a:r>
                <a:endParaRPr sz="1176">
                  <a:solidFill>
                    <a:srgbClr val="6C6F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299" name="Google Shape;299;p24"/>
            <p:cNvGrpSpPr/>
            <p:nvPr/>
          </p:nvGrpSpPr>
          <p:grpSpPr>
            <a:xfrm>
              <a:off x="808619" y="3455600"/>
              <a:ext cx="2667000" cy="1143000"/>
              <a:chOff x="456819" y="3667125"/>
              <a:chExt cx="2667000" cy="1143000"/>
            </a:xfrm>
          </p:grpSpPr>
          <p:sp>
            <p:nvSpPr>
              <p:cNvPr id="300" name="Google Shape;300;p24"/>
              <p:cNvSpPr/>
              <p:nvPr/>
            </p:nvSpPr>
            <p:spPr>
              <a:xfrm>
                <a:off x="456819" y="3667125"/>
                <a:ext cx="2667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20850">
                <a:solidFill>
                  <a:srgbClr val="2FD5C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301" name="Google Shape;301;p24"/>
              <p:cNvSpPr/>
              <p:nvPr/>
            </p:nvSpPr>
            <p:spPr>
              <a:xfrm>
                <a:off x="552450" y="4095750"/>
                <a:ext cx="21909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0D1117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302" name="Google Shape;302;p24"/>
              <p:cNvSpPr txBox="1"/>
              <p:nvPr/>
            </p:nvSpPr>
            <p:spPr>
              <a:xfrm>
                <a:off x="552450" y="3714750"/>
                <a:ext cx="2476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24">
                    <a:solidFill>
                      <a:srgbClr val="0D111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Similitud Coseno</a:t>
                </a:r>
                <a:endParaRPr b="1" sz="1724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03" name="Google Shape;303;p24"/>
              <p:cNvSpPr txBox="1"/>
              <p:nvPr/>
            </p:nvSpPr>
            <p:spPr>
              <a:xfrm>
                <a:off x="552450" y="4095750"/>
                <a:ext cx="2190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5215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95">
                    <a:solidFill>
                      <a:srgbClr val="2FD5C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sim(q,d) = (q·d) / (|q|×|d|)</a:t>
                </a:r>
                <a:endParaRPr sz="1395">
                  <a:solidFill>
                    <a:srgbClr val="2FD5C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76">
                    <a:solidFill>
                      <a:srgbClr val="6C6F72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Vectores consulta-receta</a:t>
                </a:r>
                <a:endParaRPr sz="1176">
                  <a:solidFill>
                    <a:srgbClr val="6C6F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04" name="Google Shape;304;p24"/>
            <p:cNvGrpSpPr/>
            <p:nvPr/>
          </p:nvGrpSpPr>
          <p:grpSpPr>
            <a:xfrm>
              <a:off x="3590300" y="3455600"/>
              <a:ext cx="2667000" cy="1143000"/>
              <a:chOff x="3238500" y="3667125"/>
              <a:chExt cx="2667000" cy="1143000"/>
            </a:xfrm>
          </p:grpSpPr>
          <p:sp>
            <p:nvSpPr>
              <p:cNvPr id="305" name="Google Shape;305;p24"/>
              <p:cNvSpPr/>
              <p:nvPr/>
            </p:nvSpPr>
            <p:spPr>
              <a:xfrm>
                <a:off x="3238500" y="3667125"/>
                <a:ext cx="2667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20850">
                <a:solidFill>
                  <a:srgbClr val="FF6B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306" name="Google Shape;306;p24"/>
              <p:cNvSpPr/>
              <p:nvPr/>
            </p:nvSpPr>
            <p:spPr>
              <a:xfrm>
                <a:off x="3333750" y="4095750"/>
                <a:ext cx="21909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0D1117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/>
              </a:p>
            </p:txBody>
          </p:sp>
          <p:sp>
            <p:nvSpPr>
              <p:cNvPr id="307" name="Google Shape;307;p24"/>
              <p:cNvSpPr txBox="1"/>
              <p:nvPr/>
            </p:nvSpPr>
            <p:spPr>
              <a:xfrm>
                <a:off x="3333750" y="3714750"/>
                <a:ext cx="2476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24">
                    <a:solidFill>
                      <a:srgbClr val="0D111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Jaccard</a:t>
                </a:r>
                <a:endParaRPr b="1" sz="1724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08" name="Google Shape;308;p24"/>
              <p:cNvSpPr txBox="1"/>
              <p:nvPr/>
            </p:nvSpPr>
            <p:spPr>
              <a:xfrm>
                <a:off x="3333750" y="4095750"/>
                <a:ext cx="2190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5215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5">
                    <a:solidFill>
                      <a:srgbClr val="FF6B00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J(A,B) = |A ∩ B| / |A ∪ B|</a:t>
                </a:r>
                <a:endParaRPr sz="1505">
                  <a:solidFill>
                    <a:srgbClr val="FF6B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76">
                    <a:solidFill>
                      <a:srgbClr val="6C6F72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Solapamiento de ingredientes</a:t>
                </a:r>
                <a:endParaRPr sz="1176">
                  <a:solidFill>
                    <a:srgbClr val="6C6F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grpSp>
        <p:nvGrpSpPr>
          <p:cNvPr id="309" name="Google Shape;309;p24"/>
          <p:cNvGrpSpPr/>
          <p:nvPr/>
        </p:nvGrpSpPr>
        <p:grpSpPr>
          <a:xfrm>
            <a:off x="808622" y="5597840"/>
            <a:ext cx="5904310" cy="1084069"/>
            <a:chOff x="808613" y="5985125"/>
            <a:chExt cx="5602875" cy="696300"/>
          </a:xfrm>
        </p:grpSpPr>
        <p:pic>
          <p:nvPicPr>
            <p:cNvPr id="310" name="Google Shape;31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8613" y="5985125"/>
              <a:ext cx="5602875" cy="69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24"/>
            <p:cNvSpPr txBox="1"/>
            <p:nvPr/>
          </p:nvSpPr>
          <p:spPr>
            <a:xfrm>
              <a:off x="1095426" y="6251675"/>
              <a:ext cx="52311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5125">
              <a:spAutoFit/>
            </a:bodyPr>
            <a:lstStyle/>
            <a:p>
              <a:pPr indent="0" lvl="0" marL="12106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59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Ranking Final = 0.7 × Coseno + 0.3 × Jaccard</a:t>
              </a:r>
              <a:endParaRPr sz="1859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12" name="Google Shape;312;p24"/>
            <p:cNvSpPr txBox="1"/>
            <p:nvPr/>
          </p:nvSpPr>
          <p:spPr>
            <a:xfrm>
              <a:off x="999307" y="6013728"/>
              <a:ext cx="5067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3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PUNTUACIÓN COMBINADA (SCORE)</a:t>
              </a:r>
              <a:endParaRPr b="1" sz="953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13" name="Google Shape;313;p24"/>
          <p:cNvGrpSpPr/>
          <p:nvPr/>
        </p:nvGrpSpPr>
        <p:grpSpPr>
          <a:xfrm>
            <a:off x="6949315" y="550347"/>
            <a:ext cx="5040782" cy="6131814"/>
            <a:chOff x="5334000" y="1428750"/>
            <a:chExt cx="6096000" cy="4953000"/>
          </a:xfrm>
        </p:grpSpPr>
        <p:sp>
          <p:nvSpPr>
            <p:cNvPr id="314" name="Google Shape;314;p24"/>
            <p:cNvSpPr/>
            <p:nvPr/>
          </p:nvSpPr>
          <p:spPr>
            <a:xfrm>
              <a:off x="5334000" y="1428750"/>
              <a:ext cx="6096000" cy="4953000"/>
            </a:xfrm>
            <a:prstGeom prst="roundRect">
              <a:avLst>
                <a:gd fmla="val 2307" name="adj"/>
              </a:avLst>
            </a:prstGeom>
            <a:noFill/>
            <a:ln cap="flat" cmpd="sng" w="11225">
              <a:solidFill>
                <a:srgbClr val="E2E7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4"/>
            <p:cNvSpPr txBox="1"/>
            <p:nvPr/>
          </p:nvSpPr>
          <p:spPr>
            <a:xfrm>
              <a:off x="5524500" y="1619250"/>
              <a:ext cx="571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84">
                  <a:solidFill>
                    <a:srgbClr val="FF5E1F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Pipeline de Procesamiento</a:t>
              </a:r>
              <a:endParaRPr b="0" sz="1884">
                <a:solidFill>
                  <a:srgbClr val="FF5E1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</p:txBody>
        </p:sp>
        <p:grpSp>
          <p:nvGrpSpPr>
            <p:cNvPr id="316" name="Google Shape;316;p24"/>
            <p:cNvGrpSpPr/>
            <p:nvPr/>
          </p:nvGrpSpPr>
          <p:grpSpPr>
            <a:xfrm>
              <a:off x="5524500" y="2095500"/>
              <a:ext cx="5476875" cy="476400"/>
              <a:chOff x="0" y="0"/>
              <a:chExt cx="5476875" cy="476400"/>
            </a:xfrm>
          </p:grpSpPr>
          <p:sp>
            <p:nvSpPr>
              <p:cNvPr id="317" name="Google Shape;317;p24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CC22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24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48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1</a:t>
                </a:r>
                <a:endParaRPr b="1" sz="1648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19" name="Google Shape;319;p24"/>
              <p:cNvSpPr txBox="1"/>
              <p:nvPr/>
            </p:nvSpPr>
            <p:spPr>
              <a:xfrm>
                <a:off x="523875" y="0"/>
                <a:ext cx="495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31">
                    <a:solidFill>
                      <a:srgbClr val="1A1A2E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Construir Índice Invertido</a:t>
                </a:r>
                <a:endParaRPr b="1" sz="1531">
                  <a:solidFill>
                    <a:srgbClr val="1A1A2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36">
                    <a:solidFill>
                      <a:srgbClr val="555555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Término → lista de (recetaId, tf) | 20.012 docs · 6.519 términos</a:t>
                </a:r>
                <a:endParaRPr sz="1236">
                  <a:solidFill>
                    <a:srgbClr val="5555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20" name="Google Shape;320;p24"/>
            <p:cNvGrpSpPr/>
            <p:nvPr/>
          </p:nvGrpSpPr>
          <p:grpSpPr>
            <a:xfrm>
              <a:off x="5524500" y="2762250"/>
              <a:ext cx="5476875" cy="476400"/>
              <a:chOff x="0" y="0"/>
              <a:chExt cx="5476875" cy="476400"/>
            </a:xfrm>
          </p:grpSpPr>
          <p:sp>
            <p:nvSpPr>
              <p:cNvPr id="321" name="Google Shape;321;p24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005BB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4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48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2</a:t>
                </a:r>
                <a:endParaRPr b="1" sz="1648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23" name="Google Shape;323;p24"/>
              <p:cNvSpPr txBox="1"/>
              <p:nvPr/>
            </p:nvSpPr>
            <p:spPr>
              <a:xfrm>
                <a:off x="523875" y="0"/>
                <a:ext cx="495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31">
                    <a:solidFill>
                      <a:srgbClr val="1A1A2E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Vectorizar Consulta</a:t>
                </a:r>
                <a:endParaRPr b="1" sz="1531">
                  <a:solidFill>
                    <a:srgbClr val="1A1A2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36">
                    <a:solidFill>
                      <a:srgbClr val="555555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Términos normalizados → peso TF-IDF</a:t>
                </a:r>
                <a:endParaRPr sz="1236">
                  <a:solidFill>
                    <a:srgbClr val="5555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24" name="Google Shape;324;p24"/>
            <p:cNvGrpSpPr/>
            <p:nvPr/>
          </p:nvGrpSpPr>
          <p:grpSpPr>
            <a:xfrm>
              <a:off x="5524500" y="3429000"/>
              <a:ext cx="5476875" cy="476400"/>
              <a:chOff x="0" y="0"/>
              <a:chExt cx="5476875" cy="476400"/>
            </a:xfrm>
          </p:grpSpPr>
          <p:sp>
            <p:nvSpPr>
              <p:cNvPr id="325" name="Google Shape;325;p24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00963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24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48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3</a:t>
                </a:r>
                <a:endParaRPr b="1" sz="1648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27" name="Google Shape;327;p24"/>
              <p:cNvSpPr txBox="1"/>
              <p:nvPr/>
            </p:nvSpPr>
            <p:spPr>
              <a:xfrm>
                <a:off x="523875" y="0"/>
                <a:ext cx="495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31">
                    <a:solidFill>
                      <a:srgbClr val="1A1A2E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Calcular Coseno (L2)</a:t>
                </a:r>
                <a:endParaRPr b="1" sz="1531">
                  <a:solidFill>
                    <a:srgbClr val="1A1A2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36">
                    <a:solidFill>
                      <a:srgbClr val="555555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Evita sesgo por longitud del documento</a:t>
                </a:r>
                <a:endParaRPr sz="1236">
                  <a:solidFill>
                    <a:srgbClr val="5555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28" name="Google Shape;328;p24"/>
            <p:cNvGrpSpPr/>
            <p:nvPr/>
          </p:nvGrpSpPr>
          <p:grpSpPr>
            <a:xfrm>
              <a:off x="5524500" y="4095750"/>
              <a:ext cx="5476875" cy="476400"/>
              <a:chOff x="0" y="0"/>
              <a:chExt cx="5476875" cy="476400"/>
            </a:xfrm>
          </p:grpSpPr>
          <p:sp>
            <p:nvSpPr>
              <p:cNvPr id="329" name="Google Shape;329;p24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7B1FA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4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48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4</a:t>
                </a:r>
                <a:endParaRPr b="1" sz="1648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1" name="Google Shape;331;p24"/>
              <p:cNvSpPr txBox="1"/>
              <p:nvPr/>
            </p:nvSpPr>
            <p:spPr>
              <a:xfrm>
                <a:off x="523875" y="0"/>
                <a:ext cx="495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31">
                    <a:solidFill>
                      <a:srgbClr val="1A1A2E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Refinar con Jaccard</a:t>
                </a:r>
                <a:endParaRPr b="1" sz="1531">
                  <a:solidFill>
                    <a:srgbClr val="1A1A2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36">
                    <a:solidFill>
                      <a:srgbClr val="555555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Solapamiento de ingredientes como señal secundaria</a:t>
                </a:r>
                <a:endParaRPr sz="1236">
                  <a:solidFill>
                    <a:srgbClr val="5555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32" name="Google Shape;332;p24"/>
            <p:cNvGrpSpPr/>
            <p:nvPr/>
          </p:nvGrpSpPr>
          <p:grpSpPr>
            <a:xfrm>
              <a:off x="5524500" y="4762500"/>
              <a:ext cx="5476875" cy="476400"/>
              <a:chOff x="0" y="0"/>
              <a:chExt cx="5476875" cy="476400"/>
            </a:xfrm>
          </p:grpSpPr>
          <p:sp>
            <p:nvSpPr>
              <p:cNvPr id="333" name="Google Shape;333;p24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6B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4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48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5</a:t>
                </a:r>
                <a:endParaRPr b="1" sz="1648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5" name="Google Shape;335;p24"/>
              <p:cNvSpPr txBox="1"/>
              <p:nvPr/>
            </p:nvSpPr>
            <p:spPr>
              <a:xfrm>
                <a:off x="523875" y="0"/>
                <a:ext cx="495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31">
                    <a:solidFill>
                      <a:srgbClr val="1A1A2E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Top-10 por Score</a:t>
                </a:r>
                <a:endParaRPr b="1" sz="1531">
                  <a:solidFill>
                    <a:srgbClr val="1A1A2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36">
                    <a:solidFill>
                      <a:srgbClr val="555555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Ranking descendente final</a:t>
                </a:r>
                <a:endParaRPr sz="1236">
                  <a:solidFill>
                    <a:srgbClr val="5555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sp>
          <p:nvSpPr>
            <p:cNvPr id="336" name="Google Shape;336;p24"/>
            <p:cNvSpPr/>
            <p:nvPr/>
          </p:nvSpPr>
          <p:spPr>
            <a:xfrm>
              <a:off x="5524500" y="5524500"/>
              <a:ext cx="5715000" cy="666900"/>
            </a:xfrm>
            <a:prstGeom prst="roundRect">
              <a:avLst>
                <a:gd fmla="val 11428" name="adj"/>
              </a:avLst>
            </a:prstGeom>
            <a:solidFill>
              <a:srgbClr val="FFF7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4"/>
            <p:cNvSpPr txBox="1"/>
            <p:nvPr/>
          </p:nvSpPr>
          <p:spPr>
            <a:xfrm>
              <a:off x="5715000" y="5619750"/>
              <a:ext cx="533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95">
                  <a:solidFill>
                    <a:srgbClr val="1A1A2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⚡ </a:t>
              </a:r>
              <a:r>
                <a:rPr b="1" lang="en-US" sz="1295">
                  <a:solidFill>
                    <a:srgbClr val="1A1A2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Eficiencia:</a:t>
              </a:r>
              <a:r>
                <a:rPr lang="en-US" sz="1295">
                  <a:solidFill>
                    <a:srgbClr val="1A1A2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Búsqueda en </a:t>
              </a:r>
              <a:r>
                <a:rPr b="1" lang="en-US" sz="1295">
                  <a:solidFill>
                    <a:srgbClr val="1A1A2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O(k)</a:t>
              </a:r>
              <a:r>
                <a:rPr lang="en-US" sz="1295">
                  <a:solidFill>
                    <a:srgbClr val="1A1A2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mediante el índice invertido (k = nº términos consulta).</a:t>
              </a:r>
              <a:endParaRPr sz="1295">
                <a:solidFill>
                  <a:srgbClr val="1A1A2E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"/>
          <p:cNvSpPr/>
          <p:nvPr/>
        </p:nvSpPr>
        <p:spPr>
          <a:xfrm>
            <a:off x="8909752" y="0"/>
            <a:ext cx="3269615" cy="3271520"/>
          </a:xfrm>
          <a:custGeom>
            <a:rect b="b" l="l" r="r" t="t"/>
            <a:pathLst>
              <a:path extrusionOk="0" h="3271520" w="3269615">
                <a:moveTo>
                  <a:pt x="2852642" y="3271029"/>
                </a:moveTo>
                <a:lnTo>
                  <a:pt x="2782633" y="3270170"/>
                </a:lnTo>
                <a:lnTo>
                  <a:pt x="2712669" y="3267593"/>
                </a:lnTo>
                <a:lnTo>
                  <a:pt x="2642788" y="3263300"/>
                </a:lnTo>
                <a:lnTo>
                  <a:pt x="2573034" y="3257293"/>
                </a:lnTo>
                <a:lnTo>
                  <a:pt x="2503448" y="3249576"/>
                </a:lnTo>
                <a:lnTo>
                  <a:pt x="2434073" y="3240153"/>
                </a:lnTo>
                <a:lnTo>
                  <a:pt x="2364949" y="3229032"/>
                </a:lnTo>
                <a:lnTo>
                  <a:pt x="2296119" y="3216216"/>
                </a:lnTo>
                <a:lnTo>
                  <a:pt x="2227623" y="3201716"/>
                </a:lnTo>
                <a:lnTo>
                  <a:pt x="2159505" y="3185538"/>
                </a:lnTo>
                <a:lnTo>
                  <a:pt x="2091805" y="3167695"/>
                </a:lnTo>
                <a:lnTo>
                  <a:pt x="2024563" y="3148195"/>
                </a:lnTo>
                <a:lnTo>
                  <a:pt x="1957818" y="3127051"/>
                </a:lnTo>
                <a:lnTo>
                  <a:pt x="1891614" y="3104275"/>
                </a:lnTo>
                <a:lnTo>
                  <a:pt x="1825988" y="3079882"/>
                </a:lnTo>
                <a:lnTo>
                  <a:pt x="1760981" y="3053885"/>
                </a:lnTo>
                <a:lnTo>
                  <a:pt x="1696631" y="3026300"/>
                </a:lnTo>
                <a:lnTo>
                  <a:pt x="1632978" y="2997145"/>
                </a:lnTo>
                <a:lnTo>
                  <a:pt x="1570059" y="2966436"/>
                </a:lnTo>
                <a:lnTo>
                  <a:pt x="1507914" y="2934193"/>
                </a:lnTo>
                <a:lnTo>
                  <a:pt x="1446578" y="2900434"/>
                </a:lnTo>
                <a:lnTo>
                  <a:pt x="1386089" y="2865180"/>
                </a:lnTo>
                <a:lnTo>
                  <a:pt x="1326484" y="2828452"/>
                </a:lnTo>
                <a:lnTo>
                  <a:pt x="1267797" y="2790272"/>
                </a:lnTo>
                <a:lnTo>
                  <a:pt x="1210065" y="2750664"/>
                </a:lnTo>
                <a:lnTo>
                  <a:pt x="1153323" y="2709651"/>
                </a:lnTo>
                <a:lnTo>
                  <a:pt x="1097605" y="2667257"/>
                </a:lnTo>
                <a:lnTo>
                  <a:pt x="1042945" y="2623509"/>
                </a:lnTo>
                <a:lnTo>
                  <a:pt x="989373" y="2578433"/>
                </a:lnTo>
                <a:lnTo>
                  <a:pt x="936925" y="2532055"/>
                </a:lnTo>
                <a:lnTo>
                  <a:pt x="885629" y="2484405"/>
                </a:lnTo>
                <a:lnTo>
                  <a:pt x="835519" y="2435509"/>
                </a:lnTo>
                <a:lnTo>
                  <a:pt x="786623" y="2385399"/>
                </a:lnTo>
                <a:lnTo>
                  <a:pt x="738973" y="2334104"/>
                </a:lnTo>
                <a:lnTo>
                  <a:pt x="692596" y="2281655"/>
                </a:lnTo>
                <a:lnTo>
                  <a:pt x="647519" y="2228084"/>
                </a:lnTo>
                <a:lnTo>
                  <a:pt x="603771" y="2173423"/>
                </a:lnTo>
                <a:lnTo>
                  <a:pt x="561377" y="2117704"/>
                </a:lnTo>
                <a:lnTo>
                  <a:pt x="520363" y="2060962"/>
                </a:lnTo>
                <a:lnTo>
                  <a:pt x="480755" y="2003230"/>
                </a:lnTo>
                <a:lnTo>
                  <a:pt x="442575" y="1944544"/>
                </a:lnTo>
                <a:lnTo>
                  <a:pt x="405847" y="1884938"/>
                </a:lnTo>
                <a:lnTo>
                  <a:pt x="370594" y="1824449"/>
                </a:lnTo>
                <a:lnTo>
                  <a:pt x="336835" y="1763113"/>
                </a:lnTo>
                <a:lnTo>
                  <a:pt x="304591" y="1700967"/>
                </a:lnTo>
                <a:lnTo>
                  <a:pt x="273883" y="1638048"/>
                </a:lnTo>
                <a:lnTo>
                  <a:pt x="244727" y="1574395"/>
                </a:lnTo>
                <a:lnTo>
                  <a:pt x="217143" y="1510046"/>
                </a:lnTo>
                <a:lnTo>
                  <a:pt x="191147" y="1445039"/>
                </a:lnTo>
                <a:lnTo>
                  <a:pt x="166754" y="1379413"/>
                </a:lnTo>
                <a:lnTo>
                  <a:pt x="143977" y="1313209"/>
                </a:lnTo>
                <a:lnTo>
                  <a:pt x="122833" y="1246465"/>
                </a:lnTo>
                <a:lnTo>
                  <a:pt x="103333" y="1179223"/>
                </a:lnTo>
                <a:lnTo>
                  <a:pt x="85489" y="1111522"/>
                </a:lnTo>
                <a:lnTo>
                  <a:pt x="69312" y="1043404"/>
                </a:lnTo>
                <a:lnTo>
                  <a:pt x="54811" y="974910"/>
                </a:lnTo>
                <a:lnTo>
                  <a:pt x="41997" y="906080"/>
                </a:lnTo>
                <a:lnTo>
                  <a:pt x="30875" y="836957"/>
                </a:lnTo>
                <a:lnTo>
                  <a:pt x="21453" y="767581"/>
                </a:lnTo>
                <a:lnTo>
                  <a:pt x="13736" y="697995"/>
                </a:lnTo>
                <a:lnTo>
                  <a:pt x="7729" y="628240"/>
                </a:lnTo>
                <a:lnTo>
                  <a:pt x="3436" y="558359"/>
                </a:lnTo>
                <a:lnTo>
                  <a:pt x="858" y="488394"/>
                </a:lnTo>
                <a:lnTo>
                  <a:pt x="0" y="418387"/>
                </a:lnTo>
                <a:lnTo>
                  <a:pt x="214" y="383378"/>
                </a:lnTo>
                <a:lnTo>
                  <a:pt x="1932" y="313392"/>
                </a:lnTo>
                <a:lnTo>
                  <a:pt x="5368" y="243458"/>
                </a:lnTo>
                <a:lnTo>
                  <a:pt x="10518" y="173641"/>
                </a:lnTo>
                <a:lnTo>
                  <a:pt x="17381" y="103960"/>
                </a:lnTo>
                <a:lnTo>
                  <a:pt x="25950" y="34479"/>
                </a:lnTo>
                <a:lnTo>
                  <a:pt x="3269448" y="0"/>
                </a:lnTo>
                <a:lnTo>
                  <a:pt x="3269448" y="3240404"/>
                </a:lnTo>
                <a:lnTo>
                  <a:pt x="3201835" y="3249576"/>
                </a:lnTo>
                <a:lnTo>
                  <a:pt x="3132248" y="3257293"/>
                </a:lnTo>
                <a:lnTo>
                  <a:pt x="3062494" y="3263300"/>
                </a:lnTo>
                <a:lnTo>
                  <a:pt x="2992612" y="3267593"/>
                </a:lnTo>
                <a:lnTo>
                  <a:pt x="2922648" y="3270170"/>
                </a:lnTo>
                <a:lnTo>
                  <a:pt x="2852642" y="3271029"/>
                </a:lnTo>
                <a:close/>
              </a:path>
            </a:pathLst>
          </a:custGeom>
          <a:solidFill>
            <a:srgbClr val="FF5E1F">
              <a:alpha val="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9508" y="4868509"/>
            <a:ext cx="1978025" cy="1968500"/>
          </a:xfrm>
          <a:custGeom>
            <a:rect b="b" l="l" r="r" t="t"/>
            <a:pathLst>
              <a:path extrusionOk="0" h="1968500" w="1978025">
                <a:moveTo>
                  <a:pt x="1976648" y="1968323"/>
                </a:moveTo>
                <a:lnTo>
                  <a:pt x="0" y="1968323"/>
                </a:lnTo>
                <a:lnTo>
                  <a:pt x="0" y="1549"/>
                </a:lnTo>
                <a:lnTo>
                  <a:pt x="6073" y="1288"/>
                </a:lnTo>
                <a:lnTo>
                  <a:pt x="29398" y="572"/>
                </a:lnTo>
                <a:lnTo>
                  <a:pt x="52731" y="143"/>
                </a:lnTo>
                <a:lnTo>
                  <a:pt x="76070" y="0"/>
                </a:lnTo>
                <a:lnTo>
                  <a:pt x="99409" y="143"/>
                </a:lnTo>
                <a:lnTo>
                  <a:pt x="146067" y="1288"/>
                </a:lnTo>
                <a:lnTo>
                  <a:pt x="192689" y="3578"/>
                </a:lnTo>
                <a:lnTo>
                  <a:pt x="239234" y="7012"/>
                </a:lnTo>
                <a:lnTo>
                  <a:pt x="285688" y="11587"/>
                </a:lnTo>
                <a:lnTo>
                  <a:pt x="332009" y="17300"/>
                </a:lnTo>
                <a:lnTo>
                  <a:pt x="378182" y="24149"/>
                </a:lnTo>
                <a:lnTo>
                  <a:pt x="424166" y="32128"/>
                </a:lnTo>
                <a:lnTo>
                  <a:pt x="469948" y="41235"/>
                </a:lnTo>
                <a:lnTo>
                  <a:pt x="515486" y="51460"/>
                </a:lnTo>
                <a:lnTo>
                  <a:pt x="560765" y="62803"/>
                </a:lnTo>
                <a:lnTo>
                  <a:pt x="605746" y="75251"/>
                </a:lnTo>
                <a:lnTo>
                  <a:pt x="650415" y="88801"/>
                </a:lnTo>
                <a:lnTo>
                  <a:pt x="694731" y="103440"/>
                </a:lnTo>
                <a:lnTo>
                  <a:pt x="738681" y="119166"/>
                </a:lnTo>
                <a:lnTo>
                  <a:pt x="782225" y="135963"/>
                </a:lnTo>
                <a:lnTo>
                  <a:pt x="825350" y="153826"/>
                </a:lnTo>
                <a:lnTo>
                  <a:pt x="868018" y="172739"/>
                </a:lnTo>
                <a:lnTo>
                  <a:pt x="910215" y="192697"/>
                </a:lnTo>
                <a:lnTo>
                  <a:pt x="951903" y="213681"/>
                </a:lnTo>
                <a:lnTo>
                  <a:pt x="993070" y="235686"/>
                </a:lnTo>
                <a:lnTo>
                  <a:pt x="1033678" y="258690"/>
                </a:lnTo>
                <a:lnTo>
                  <a:pt x="1073716" y="282687"/>
                </a:lnTo>
                <a:lnTo>
                  <a:pt x="1113146" y="307656"/>
                </a:lnTo>
                <a:lnTo>
                  <a:pt x="1151958" y="333589"/>
                </a:lnTo>
                <a:lnTo>
                  <a:pt x="1190116" y="360463"/>
                </a:lnTo>
                <a:lnTo>
                  <a:pt x="1227609" y="388270"/>
                </a:lnTo>
                <a:lnTo>
                  <a:pt x="1264402" y="416984"/>
                </a:lnTo>
                <a:lnTo>
                  <a:pt x="1300485" y="446596"/>
                </a:lnTo>
                <a:lnTo>
                  <a:pt x="1335825" y="477081"/>
                </a:lnTo>
                <a:lnTo>
                  <a:pt x="1370412" y="508428"/>
                </a:lnTo>
                <a:lnTo>
                  <a:pt x="1404214" y="540610"/>
                </a:lnTo>
                <a:lnTo>
                  <a:pt x="1437220" y="573617"/>
                </a:lnTo>
                <a:lnTo>
                  <a:pt x="1469402" y="607419"/>
                </a:lnTo>
                <a:lnTo>
                  <a:pt x="1500750" y="642005"/>
                </a:lnTo>
                <a:lnTo>
                  <a:pt x="1531234" y="677345"/>
                </a:lnTo>
                <a:lnTo>
                  <a:pt x="1560847" y="713428"/>
                </a:lnTo>
                <a:lnTo>
                  <a:pt x="1589560" y="750222"/>
                </a:lnTo>
                <a:lnTo>
                  <a:pt x="1617367" y="787714"/>
                </a:lnTo>
                <a:lnTo>
                  <a:pt x="1644241" y="825872"/>
                </a:lnTo>
                <a:lnTo>
                  <a:pt x="1670174" y="864684"/>
                </a:lnTo>
                <a:lnTo>
                  <a:pt x="1695143" y="904115"/>
                </a:lnTo>
                <a:lnTo>
                  <a:pt x="1719141" y="944153"/>
                </a:lnTo>
                <a:lnTo>
                  <a:pt x="1742145" y="984762"/>
                </a:lnTo>
                <a:lnTo>
                  <a:pt x="1764149" y="1025929"/>
                </a:lnTo>
                <a:lnTo>
                  <a:pt x="1785133" y="1067617"/>
                </a:lnTo>
                <a:lnTo>
                  <a:pt x="1805091" y="1109813"/>
                </a:lnTo>
                <a:lnTo>
                  <a:pt x="1824004" y="1152481"/>
                </a:lnTo>
                <a:lnTo>
                  <a:pt x="1841867" y="1195606"/>
                </a:lnTo>
                <a:lnTo>
                  <a:pt x="1858664" y="1239150"/>
                </a:lnTo>
                <a:lnTo>
                  <a:pt x="1874390" y="1283100"/>
                </a:lnTo>
                <a:lnTo>
                  <a:pt x="1889030" y="1327416"/>
                </a:lnTo>
                <a:lnTo>
                  <a:pt x="1902580" y="1372085"/>
                </a:lnTo>
                <a:lnTo>
                  <a:pt x="1915028" y="1417066"/>
                </a:lnTo>
                <a:lnTo>
                  <a:pt x="1926370" y="1462345"/>
                </a:lnTo>
                <a:lnTo>
                  <a:pt x="1936596" y="1507883"/>
                </a:lnTo>
                <a:lnTo>
                  <a:pt x="1945702" y="1553664"/>
                </a:lnTo>
                <a:lnTo>
                  <a:pt x="1953681" y="1599649"/>
                </a:lnTo>
                <a:lnTo>
                  <a:pt x="1960530" y="1645822"/>
                </a:lnTo>
                <a:lnTo>
                  <a:pt x="1966244" y="1692143"/>
                </a:lnTo>
                <a:lnTo>
                  <a:pt x="1970819" y="1738596"/>
                </a:lnTo>
                <a:lnTo>
                  <a:pt x="1974252" y="1785142"/>
                </a:lnTo>
                <a:lnTo>
                  <a:pt x="1976543" y="1831764"/>
                </a:lnTo>
                <a:lnTo>
                  <a:pt x="1977688" y="1878422"/>
                </a:lnTo>
                <a:lnTo>
                  <a:pt x="1977831" y="1901761"/>
                </a:lnTo>
                <a:lnTo>
                  <a:pt x="1977688" y="1925100"/>
                </a:lnTo>
                <a:lnTo>
                  <a:pt x="1977258" y="1948432"/>
                </a:lnTo>
                <a:lnTo>
                  <a:pt x="1976648" y="1968323"/>
                </a:lnTo>
                <a:close/>
              </a:path>
            </a:pathLst>
          </a:custGeom>
          <a:solidFill>
            <a:srgbClr val="8B00FF">
              <a:alpha val="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752758" y="348634"/>
            <a:ext cx="4803267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 R O C E S A M I E N T O	L I N G Ü Í S T I C O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$PPTXTitle" id="345" name="Google Shape;345;p25"/>
          <p:cNvSpPr txBox="1"/>
          <p:nvPr>
            <p:ph type="title"/>
          </p:nvPr>
        </p:nvSpPr>
        <p:spPr>
          <a:xfrm>
            <a:off x="752759" y="550272"/>
            <a:ext cx="11237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lus Jakarta Sans"/>
                <a:ea typeface="Plus Jakarta Sans"/>
                <a:cs typeface="Plus Jakarta Sans"/>
                <a:sym typeface="Plus Jakarta Sans"/>
              </a:rPr>
              <a:t>NLP y Ontología RDFS</a:t>
            </a:r>
            <a:endParaRPr b="1"/>
          </a:p>
        </p:txBody>
      </p:sp>
      <p:sp>
        <p:nvSpPr>
          <p:cNvPr id="346" name="Google Shape;346;p25"/>
          <p:cNvSpPr txBox="1"/>
          <p:nvPr/>
        </p:nvSpPr>
        <p:spPr>
          <a:xfrm>
            <a:off x="868502" y="2934400"/>
            <a:ext cx="28584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Pipeline de NLP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5380279" y="2904884"/>
            <a:ext cx="4983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Inferencia Jerárquica RDFS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5391493" y="5286896"/>
            <a:ext cx="2938780" cy="798830"/>
          </a:xfrm>
          <a:custGeom>
            <a:rect b="b" l="l" r="r" t="t"/>
            <a:pathLst>
              <a:path extrusionOk="0" h="798829" w="2938779">
                <a:moveTo>
                  <a:pt x="2938221" y="798739"/>
                </a:moveTo>
                <a:lnTo>
                  <a:pt x="0" y="798739"/>
                </a:lnTo>
                <a:lnTo>
                  <a:pt x="0" y="0"/>
                </a:lnTo>
                <a:lnTo>
                  <a:pt x="2938221" y="0"/>
                </a:lnTo>
                <a:lnTo>
                  <a:pt x="2938221" y="79873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5391493" y="5418961"/>
            <a:ext cx="19050" cy="798829"/>
          </a:xfrm>
          <a:custGeom>
            <a:rect b="b" l="l" r="r" t="t"/>
            <a:pathLst>
              <a:path extrusionOk="0" h="798829" w="19050">
                <a:moveTo>
                  <a:pt x="19017" y="798739"/>
                </a:moveTo>
                <a:lnTo>
                  <a:pt x="0" y="798739"/>
                </a:lnTo>
                <a:lnTo>
                  <a:pt x="0" y="0"/>
                </a:lnTo>
                <a:lnTo>
                  <a:pt x="19017" y="0"/>
                </a:lnTo>
                <a:lnTo>
                  <a:pt x="19017" y="798739"/>
                </a:lnTo>
                <a:close/>
              </a:path>
            </a:pathLst>
          </a:custGeom>
          <a:solidFill>
            <a:srgbClr val="8B00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0" name="Google Shape;350;p25"/>
          <p:cNvSpPr txBox="1"/>
          <p:nvPr/>
        </p:nvSpPr>
        <p:spPr>
          <a:xfrm>
            <a:off x="5410511" y="5406633"/>
            <a:ext cx="29196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0">
            <a:spAutoFit/>
          </a:bodyPr>
          <a:lstStyle/>
          <a:p>
            <a:pPr indent="0" lvl="0" marL="1530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B0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REGLA RDFS9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  <a:p>
            <a:pPr indent="0" lvl="0" marL="153035" marR="229870" rtl="0" algn="l">
              <a:lnSpc>
                <a:spcPct val="1051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Garantiza la herencia de tipos entre clases y subclases en la jerarquía.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51" name="Google Shape;351;p25"/>
          <p:cNvGrpSpPr/>
          <p:nvPr/>
        </p:nvGrpSpPr>
        <p:grpSpPr>
          <a:xfrm>
            <a:off x="8481855" y="5433636"/>
            <a:ext cx="2929255" cy="798830"/>
            <a:chOff x="8481855" y="5286897"/>
            <a:chExt cx="2929255" cy="798830"/>
          </a:xfrm>
        </p:grpSpPr>
        <p:sp>
          <p:nvSpPr>
            <p:cNvPr id="352" name="Google Shape;352;p25"/>
            <p:cNvSpPr/>
            <p:nvPr/>
          </p:nvSpPr>
          <p:spPr>
            <a:xfrm>
              <a:off x="8481855" y="5286897"/>
              <a:ext cx="2929255" cy="798830"/>
            </a:xfrm>
            <a:custGeom>
              <a:rect b="b" l="l" r="r" t="t"/>
              <a:pathLst>
                <a:path extrusionOk="0" h="798829" w="2929254">
                  <a:moveTo>
                    <a:pt x="2928712" y="798739"/>
                  </a:moveTo>
                  <a:lnTo>
                    <a:pt x="0" y="798739"/>
                  </a:lnTo>
                  <a:lnTo>
                    <a:pt x="0" y="0"/>
                  </a:lnTo>
                  <a:lnTo>
                    <a:pt x="2928712" y="0"/>
                  </a:lnTo>
                  <a:lnTo>
                    <a:pt x="2928712" y="798739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8481855" y="5286897"/>
              <a:ext cx="19050" cy="798830"/>
            </a:xfrm>
            <a:custGeom>
              <a:rect b="b" l="l" r="r" t="t"/>
              <a:pathLst>
                <a:path extrusionOk="0" h="798829" w="19050">
                  <a:moveTo>
                    <a:pt x="19017" y="798739"/>
                  </a:moveTo>
                  <a:lnTo>
                    <a:pt x="0" y="798739"/>
                  </a:lnTo>
                  <a:lnTo>
                    <a:pt x="0" y="0"/>
                  </a:lnTo>
                  <a:lnTo>
                    <a:pt x="19017" y="0"/>
                  </a:lnTo>
                  <a:lnTo>
                    <a:pt x="19017" y="798739"/>
                  </a:lnTo>
                  <a:close/>
                </a:path>
              </a:pathLst>
            </a:custGeom>
            <a:solidFill>
              <a:srgbClr val="8B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354" name="Google Shape;354;p25"/>
          <p:cNvSpPr txBox="1"/>
          <p:nvPr/>
        </p:nvSpPr>
        <p:spPr>
          <a:xfrm>
            <a:off x="8500874" y="5391959"/>
            <a:ext cx="29103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0">
            <a:spAutoFit/>
          </a:bodyPr>
          <a:lstStyle/>
          <a:p>
            <a:pPr indent="0" lvl="0" marL="1498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B0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REGLA RDFS11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  <a:p>
            <a:pPr indent="0" lvl="0" marL="149860" marR="168275" rtl="0" algn="l">
              <a:lnSpc>
                <a:spcPct val="1051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 transitividad: si A es subclase de B, y B de C, entonces A es de C.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55" name="Google Shape;3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225" y="1331225"/>
            <a:ext cx="5306973" cy="13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5"/>
          <p:cNvSpPr/>
          <p:nvPr/>
        </p:nvSpPr>
        <p:spPr>
          <a:xfrm>
            <a:off x="1074495" y="1692567"/>
            <a:ext cx="47625" cy="456565"/>
          </a:xfrm>
          <a:custGeom>
            <a:rect b="b" l="l" r="r" t="t"/>
            <a:pathLst>
              <a:path extrusionOk="0" h="456564" w="47625">
                <a:moveTo>
                  <a:pt x="26924" y="456422"/>
                </a:moveTo>
                <a:lnTo>
                  <a:pt x="20619" y="456422"/>
                </a:lnTo>
                <a:lnTo>
                  <a:pt x="17587" y="455819"/>
                </a:lnTo>
                <a:lnTo>
                  <a:pt x="0" y="435802"/>
                </a:lnTo>
                <a:lnTo>
                  <a:pt x="0" y="432650"/>
                </a:lnTo>
                <a:lnTo>
                  <a:pt x="0" y="20619"/>
                </a:lnTo>
                <a:lnTo>
                  <a:pt x="20619" y="0"/>
                </a:lnTo>
                <a:lnTo>
                  <a:pt x="26924" y="0"/>
                </a:lnTo>
                <a:lnTo>
                  <a:pt x="47544" y="20619"/>
                </a:lnTo>
                <a:lnTo>
                  <a:pt x="47544" y="435802"/>
                </a:lnTo>
                <a:lnTo>
                  <a:pt x="29956" y="455819"/>
                </a:lnTo>
                <a:lnTo>
                  <a:pt x="26924" y="456422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1333245" y="1620925"/>
            <a:ext cx="46350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marR="508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combinación de NLP y RDFS permite al sistema entender tanto la morfología como la semántica de los ingredientes.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58" name="Google Shape;358;p25"/>
          <p:cNvGrpSpPr/>
          <p:nvPr/>
        </p:nvGrpSpPr>
        <p:grpSpPr>
          <a:xfrm>
            <a:off x="772550" y="3414550"/>
            <a:ext cx="4467375" cy="3257700"/>
            <a:chOff x="752475" y="1905000"/>
            <a:chExt cx="4467375" cy="3257700"/>
          </a:xfrm>
        </p:grpSpPr>
        <p:sp>
          <p:nvSpPr>
            <p:cNvPr id="359" name="Google Shape;359;p25"/>
            <p:cNvSpPr/>
            <p:nvPr/>
          </p:nvSpPr>
          <p:spPr>
            <a:xfrm>
              <a:off x="752475" y="1905000"/>
              <a:ext cx="19200" cy="3165300"/>
            </a:xfrm>
            <a:prstGeom prst="rect">
              <a:avLst/>
            </a:prstGeom>
            <a:solidFill>
              <a:srgbClr val="E2E7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60" name="Google Shape;360;p25"/>
            <p:cNvSpPr txBox="1"/>
            <p:nvPr/>
          </p:nvSpPr>
          <p:spPr>
            <a:xfrm>
              <a:off x="933450" y="1905000"/>
              <a:ext cx="42864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ENTRADA</a:t>
              </a:r>
              <a:endParaRPr b="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>
                  <a:solidFill>
                    <a:srgbClr val="3C3F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"Salmón, Espárragos, Limón"</a:t>
              </a:r>
              <a:endParaRPr b="0">
                <a:solidFill>
                  <a:srgbClr val="3C3F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1" name="Google Shape;361;p25"/>
            <p:cNvSpPr txBox="1"/>
            <p:nvPr/>
          </p:nvSpPr>
          <p:spPr>
            <a:xfrm>
              <a:off x="933450" y="2619375"/>
              <a:ext cx="42864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MINÚSCULAS</a:t>
              </a:r>
              <a:endParaRPr b="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>
                  <a:solidFill>
                    <a:srgbClr val="3C3F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"salmón, espárragos, limón"</a:t>
              </a:r>
              <a:endParaRPr b="0">
                <a:solidFill>
                  <a:srgbClr val="3C3F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2" name="Google Shape;362;p25"/>
            <p:cNvSpPr txBox="1"/>
            <p:nvPr/>
          </p:nvSpPr>
          <p:spPr>
            <a:xfrm>
              <a:off x="933450" y="3333750"/>
              <a:ext cx="42864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A54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NORM. ACENTOS</a:t>
              </a:r>
              <a:endParaRPr b="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>
                  <a:solidFill>
                    <a:srgbClr val="3C3F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"salmon, esparragos, limon"</a:t>
              </a:r>
              <a:endParaRPr b="0">
                <a:solidFill>
                  <a:srgbClr val="3C3F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3" name="Google Shape;363;p25"/>
            <p:cNvSpPr txBox="1"/>
            <p:nvPr/>
          </p:nvSpPr>
          <p:spPr>
            <a:xfrm>
              <a:off x="933450" y="4048125"/>
              <a:ext cx="42864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5BB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STOP WORDS</a:t>
              </a:r>
              <a:endParaRPr b="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>
                  <a:solidFill>
                    <a:srgbClr val="3C3F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["salmon", "esparragos", "limon"]</a:t>
              </a:r>
              <a:endParaRPr b="0">
                <a:solidFill>
                  <a:srgbClr val="3C3F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4" name="Google Shape;364;p25"/>
            <p:cNvSpPr txBox="1"/>
            <p:nvPr/>
          </p:nvSpPr>
          <p:spPr>
            <a:xfrm>
              <a:off x="933450" y="4762500"/>
              <a:ext cx="42864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963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STEMMING</a:t>
              </a:r>
              <a:endParaRPr b="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>
                  <a:solidFill>
                    <a:srgbClr val="3C3F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["salmon", "esparrago", "limon"]</a:t>
              </a:r>
              <a:endParaRPr b="0">
                <a:solidFill>
                  <a:srgbClr val="3C3F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65" name="Google Shape;365;p25"/>
          <p:cNvGrpSpPr/>
          <p:nvPr/>
        </p:nvGrpSpPr>
        <p:grpSpPr>
          <a:xfrm>
            <a:off x="5410550" y="3323300"/>
            <a:ext cx="5476800" cy="1728600"/>
            <a:chOff x="5410550" y="3139850"/>
            <a:chExt cx="5476800" cy="1728600"/>
          </a:xfrm>
        </p:grpSpPr>
        <p:sp>
          <p:nvSpPr>
            <p:cNvPr id="366" name="Google Shape;366;p25"/>
            <p:cNvSpPr/>
            <p:nvPr/>
          </p:nvSpPr>
          <p:spPr>
            <a:xfrm>
              <a:off x="5410550" y="3139850"/>
              <a:ext cx="5476800" cy="1728600"/>
            </a:xfrm>
            <a:prstGeom prst="roundRect">
              <a:avLst>
                <a:gd fmla="val 5454" name="adj"/>
              </a:avLst>
            </a:prstGeom>
            <a:solidFill>
              <a:srgbClr val="8B00FF">
                <a:alpha val="3000"/>
              </a:srgbClr>
            </a:solidFill>
            <a:ln cap="flat" cmpd="sng" w="9525">
              <a:solidFill>
                <a:srgbClr val="E2E7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5"/>
            <p:cNvSpPr/>
            <p:nvPr/>
          </p:nvSpPr>
          <p:spPr>
            <a:xfrm>
              <a:off x="5591525" y="3854225"/>
              <a:ext cx="666900" cy="666900"/>
            </a:xfrm>
            <a:prstGeom prst="ellipse">
              <a:avLst/>
            </a:prstGeom>
            <a:solidFill>
              <a:srgbClr val="00963A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5"/>
            <p:cNvSpPr/>
            <p:nvPr/>
          </p:nvSpPr>
          <p:spPr>
            <a:xfrm>
              <a:off x="5591525" y="3854225"/>
              <a:ext cx="666900" cy="666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0096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5"/>
            <p:cNvSpPr txBox="1"/>
            <p:nvPr/>
          </p:nvSpPr>
          <p:spPr>
            <a:xfrm>
              <a:off x="5591525" y="4044725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963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Salmón</a:t>
              </a:r>
              <a:endParaRPr b="1" sz="1000">
                <a:solidFill>
                  <a:srgbClr val="00963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370" name="Google Shape;370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58275" y="4178075"/>
              <a:ext cx="5526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34525" y="4139975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25"/>
            <p:cNvSpPr/>
            <p:nvPr/>
          </p:nvSpPr>
          <p:spPr>
            <a:xfrm>
              <a:off x="6925025" y="3806600"/>
              <a:ext cx="762000" cy="762000"/>
            </a:xfrm>
            <a:prstGeom prst="ellipse">
              <a:avLst/>
            </a:prstGeom>
            <a:solidFill>
              <a:srgbClr val="005BB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5"/>
            <p:cNvSpPr/>
            <p:nvPr/>
          </p:nvSpPr>
          <p:spPr>
            <a:xfrm>
              <a:off x="6925025" y="3806600"/>
              <a:ext cx="762000" cy="762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005B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5"/>
            <p:cNvSpPr txBox="1"/>
            <p:nvPr/>
          </p:nvSpPr>
          <p:spPr>
            <a:xfrm>
              <a:off x="6972650" y="4044725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5BB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Pescado</a:t>
              </a:r>
              <a:endParaRPr b="1" sz="1000">
                <a:solidFill>
                  <a:srgbClr val="005BB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375" name="Google Shape;375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87025" y="4178075"/>
              <a:ext cx="5526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63275" y="4139975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25"/>
            <p:cNvSpPr/>
            <p:nvPr/>
          </p:nvSpPr>
          <p:spPr>
            <a:xfrm>
              <a:off x="8353775" y="3806600"/>
              <a:ext cx="762000" cy="762000"/>
            </a:xfrm>
            <a:prstGeom prst="ellipse">
              <a:avLst/>
            </a:prstGeom>
            <a:solidFill>
              <a:srgbClr val="7B1FA2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5"/>
            <p:cNvSpPr/>
            <p:nvPr/>
          </p:nvSpPr>
          <p:spPr>
            <a:xfrm>
              <a:off x="8353775" y="3806600"/>
              <a:ext cx="762000" cy="762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7B1F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5"/>
            <p:cNvSpPr txBox="1"/>
            <p:nvPr/>
          </p:nvSpPr>
          <p:spPr>
            <a:xfrm>
              <a:off x="8401400" y="4044725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B1FA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Proteína</a:t>
              </a:r>
              <a:endParaRPr b="1" sz="1000">
                <a:solidFill>
                  <a:srgbClr val="7B1FA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0" name="Google Shape;380;p25"/>
            <p:cNvSpPr/>
            <p:nvPr/>
          </p:nvSpPr>
          <p:spPr>
            <a:xfrm>
              <a:off x="9782525" y="3806600"/>
              <a:ext cx="762000" cy="762000"/>
            </a:xfrm>
            <a:prstGeom prst="ellipse">
              <a:avLst/>
            </a:prstGeom>
            <a:solidFill>
              <a:srgbClr val="6C6F72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5"/>
            <p:cNvSpPr/>
            <p:nvPr/>
          </p:nvSpPr>
          <p:spPr>
            <a:xfrm>
              <a:off x="9782525" y="3806600"/>
              <a:ext cx="762000" cy="762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6C6F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5"/>
            <p:cNvSpPr txBox="1"/>
            <p:nvPr/>
          </p:nvSpPr>
          <p:spPr>
            <a:xfrm>
              <a:off x="9830150" y="4044725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C3F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Alimento</a:t>
              </a:r>
              <a:endParaRPr b="1" sz="1000">
                <a:solidFill>
                  <a:srgbClr val="3C3F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3" name="Google Shape;383;p25"/>
            <p:cNvSpPr txBox="1"/>
            <p:nvPr/>
          </p:nvSpPr>
          <p:spPr>
            <a:xfrm>
              <a:off x="6084050" y="3280763"/>
              <a:ext cx="4803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US" sz="900">
                  <a:solidFill>
                    <a:srgbClr val="005BB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rdf:type</a:t>
              </a:r>
              <a:r>
                <a:rPr lang="en-US" sz="900">
                  <a:solidFill>
                    <a:srgbClr val="6C6F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Pescado </a:t>
              </a:r>
              <a:r>
                <a:rPr i="1" lang="en-US" sz="900">
                  <a:solidFill>
                    <a:srgbClr val="6C6F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(Explícito)</a:t>
              </a:r>
              <a:r>
                <a:rPr lang="en-US" sz="900">
                  <a:solidFill>
                    <a:srgbClr val="6C6F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   </a:t>
              </a:r>
              <a:r>
                <a:rPr b="1" lang="en-US" sz="900">
                  <a:solidFill>
                    <a:srgbClr val="7B1FA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rdfs9:</a:t>
              </a:r>
              <a:r>
                <a:rPr lang="en-US" sz="900">
                  <a:solidFill>
                    <a:srgbClr val="6C6F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herencia → Proteína     </a:t>
              </a:r>
              <a:r>
                <a:rPr b="1" lang="en-US" sz="900">
                  <a:solidFill>
                    <a:srgbClr val="6C6F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rdfs11:</a:t>
              </a:r>
              <a:r>
                <a:rPr lang="en-US" sz="900">
                  <a:solidFill>
                    <a:srgbClr val="6C6F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transitividad → Alimento</a:t>
              </a:r>
              <a:endParaRPr sz="900">
                <a:solidFill>
                  <a:srgbClr val="6C6F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384" name="Google Shape;384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47687" y="4174729"/>
              <a:ext cx="552600" cy="1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5" name="Google Shape;385;p25"/>
          <p:cNvGrpSpPr/>
          <p:nvPr/>
        </p:nvGrpSpPr>
        <p:grpSpPr>
          <a:xfrm>
            <a:off x="7912550" y="765900"/>
            <a:ext cx="3712182" cy="1579725"/>
            <a:chOff x="6296015" y="1381125"/>
            <a:chExt cx="5476810" cy="1579725"/>
          </a:xfrm>
        </p:grpSpPr>
        <p:sp>
          <p:nvSpPr>
            <p:cNvPr id="386" name="Google Shape;386;p25"/>
            <p:cNvSpPr txBox="1"/>
            <p:nvPr/>
          </p:nvSpPr>
          <p:spPr>
            <a:xfrm>
              <a:off x="6296025" y="1381125"/>
              <a:ext cx="5476800" cy="25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Ontología RDFS </a:t>
              </a:r>
              <a:endParaRPr b="0" sz="16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87" name="Google Shape;387;p25"/>
            <p:cNvGrpSpPr/>
            <p:nvPr/>
          </p:nvGrpSpPr>
          <p:grpSpPr>
            <a:xfrm>
              <a:off x="6296015" y="1809750"/>
              <a:ext cx="5476800" cy="1151100"/>
              <a:chOff x="6296015" y="1809750"/>
              <a:chExt cx="5476800" cy="1151100"/>
            </a:xfrm>
          </p:grpSpPr>
          <p:sp>
            <p:nvSpPr>
              <p:cNvPr id="388" name="Google Shape;388;p25"/>
              <p:cNvSpPr/>
              <p:nvPr/>
            </p:nvSpPr>
            <p:spPr>
              <a:xfrm>
                <a:off x="6296015" y="1809750"/>
                <a:ext cx="5476800" cy="1151100"/>
              </a:xfrm>
              <a:prstGeom prst="roundRect">
                <a:avLst>
                  <a:gd fmla="val 6666" name="adj"/>
                </a:avLst>
              </a:prstGeom>
              <a:solidFill>
                <a:srgbClr val="0D1117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5"/>
              <p:cNvSpPr txBox="1"/>
              <p:nvPr/>
            </p:nvSpPr>
            <p:spPr>
              <a:xfrm>
                <a:off x="6391275" y="1905000"/>
                <a:ext cx="5286300" cy="923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6C6F72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 ontologia_alimentos.ttl</a:t>
                </a:r>
                <a:endParaRPr b="0" sz="1200">
                  <a:solidFill>
                    <a:srgbClr val="6C6F72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1A1A2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:salmon rdf:type :Pescado .</a:t>
                </a:r>
                <a:endParaRPr b="0" sz="1200">
                  <a:solidFill>
                    <a:srgbClr val="1A1A2E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1A1A2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:Pescado rdfs:subClassOf :Proteina .</a:t>
                </a:r>
                <a:endParaRPr b="0" sz="1200">
                  <a:solidFill>
                    <a:srgbClr val="1A1A2E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1A1A2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:Proteina rdfs:subClassOf :Alimento .</a:t>
                </a:r>
                <a:endParaRPr b="0" sz="1200">
                  <a:solidFill>
                    <a:srgbClr val="1A1A2E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1A1A2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:Vegetal rdfs:subClassOf :Alimento .</a:t>
                </a:r>
                <a:endParaRPr b="0" sz="1200">
                  <a:solidFill>
                    <a:srgbClr val="1A1A2E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"/>
          <p:cNvSpPr txBox="1"/>
          <p:nvPr/>
        </p:nvSpPr>
        <p:spPr>
          <a:xfrm>
            <a:off x="752758" y="348634"/>
            <a:ext cx="40032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 R O T O C O L O S Y M O N I T O R E O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$PPTXTitle" id="395" name="Google Shape;395;p26"/>
          <p:cNvSpPr txBox="1"/>
          <p:nvPr>
            <p:ph type="title"/>
          </p:nvPr>
        </p:nvSpPr>
        <p:spPr>
          <a:xfrm>
            <a:off x="752750" y="595876"/>
            <a:ext cx="110916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Plus Jakarta Sans"/>
                <a:ea typeface="Plus Jakarta Sans"/>
                <a:cs typeface="Plus Jakarta Sans"/>
                <a:sym typeface="Plus Jakarta Sans"/>
              </a:rPr>
              <a:t>Comunicación JADE y Sniffer agent</a:t>
            </a:r>
            <a:endParaRPr b="1" sz="36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7692625" y="0"/>
            <a:ext cx="4486909" cy="5016500"/>
          </a:xfrm>
          <a:custGeom>
            <a:rect b="b" l="l" r="r" t="t"/>
            <a:pathLst>
              <a:path extrusionOk="0" h="5016500" w="4486909">
                <a:moveTo>
                  <a:pt x="3780633" y="4864099"/>
                </a:moveTo>
                <a:lnTo>
                  <a:pt x="1924649" y="4864099"/>
                </a:lnTo>
                <a:lnTo>
                  <a:pt x="1696633" y="4775199"/>
                </a:lnTo>
                <a:lnTo>
                  <a:pt x="1664719" y="4749799"/>
                </a:lnTo>
                <a:lnTo>
                  <a:pt x="1538891" y="4698999"/>
                </a:lnTo>
                <a:lnTo>
                  <a:pt x="1507915" y="4673599"/>
                </a:lnTo>
                <a:lnTo>
                  <a:pt x="1446579" y="4648199"/>
                </a:lnTo>
                <a:lnTo>
                  <a:pt x="1416228" y="4622799"/>
                </a:lnTo>
                <a:lnTo>
                  <a:pt x="1386090" y="4610099"/>
                </a:lnTo>
                <a:lnTo>
                  <a:pt x="1356172" y="4584699"/>
                </a:lnTo>
                <a:lnTo>
                  <a:pt x="1326484" y="4571999"/>
                </a:lnTo>
                <a:lnTo>
                  <a:pt x="1297026" y="4546599"/>
                </a:lnTo>
                <a:lnTo>
                  <a:pt x="1267798" y="4533899"/>
                </a:lnTo>
                <a:lnTo>
                  <a:pt x="1238808" y="4508499"/>
                </a:lnTo>
                <a:lnTo>
                  <a:pt x="1210066" y="4495799"/>
                </a:lnTo>
                <a:lnTo>
                  <a:pt x="1181571" y="4470399"/>
                </a:lnTo>
                <a:lnTo>
                  <a:pt x="1153324" y="4457699"/>
                </a:lnTo>
                <a:lnTo>
                  <a:pt x="1097605" y="4406899"/>
                </a:lnTo>
                <a:lnTo>
                  <a:pt x="1070143" y="4394199"/>
                </a:lnTo>
                <a:lnTo>
                  <a:pt x="1042945" y="4368799"/>
                </a:lnTo>
                <a:lnTo>
                  <a:pt x="989373" y="4317999"/>
                </a:lnTo>
                <a:lnTo>
                  <a:pt x="963008" y="4292599"/>
                </a:lnTo>
                <a:lnTo>
                  <a:pt x="936924" y="4279899"/>
                </a:lnTo>
                <a:lnTo>
                  <a:pt x="885629" y="4229099"/>
                </a:lnTo>
                <a:lnTo>
                  <a:pt x="835518" y="4178299"/>
                </a:lnTo>
                <a:lnTo>
                  <a:pt x="786623" y="4127499"/>
                </a:lnTo>
                <a:lnTo>
                  <a:pt x="738972" y="4076699"/>
                </a:lnTo>
                <a:lnTo>
                  <a:pt x="692595" y="4025899"/>
                </a:lnTo>
                <a:lnTo>
                  <a:pt x="647519" y="3975099"/>
                </a:lnTo>
                <a:lnTo>
                  <a:pt x="603770" y="3911599"/>
                </a:lnTo>
                <a:lnTo>
                  <a:pt x="582404" y="3886199"/>
                </a:lnTo>
                <a:lnTo>
                  <a:pt x="561377" y="3860799"/>
                </a:lnTo>
                <a:lnTo>
                  <a:pt x="540695" y="3835399"/>
                </a:lnTo>
                <a:lnTo>
                  <a:pt x="520364" y="3809999"/>
                </a:lnTo>
                <a:lnTo>
                  <a:pt x="500384" y="3771899"/>
                </a:lnTo>
                <a:lnTo>
                  <a:pt x="480755" y="3746499"/>
                </a:lnTo>
                <a:lnTo>
                  <a:pt x="461484" y="3721099"/>
                </a:lnTo>
                <a:lnTo>
                  <a:pt x="442576" y="3682999"/>
                </a:lnTo>
                <a:lnTo>
                  <a:pt x="424030" y="3657599"/>
                </a:lnTo>
                <a:lnTo>
                  <a:pt x="405848" y="3632199"/>
                </a:lnTo>
                <a:lnTo>
                  <a:pt x="388034" y="3594099"/>
                </a:lnTo>
                <a:lnTo>
                  <a:pt x="370594" y="3568699"/>
                </a:lnTo>
                <a:lnTo>
                  <a:pt x="353527" y="3543299"/>
                </a:lnTo>
                <a:lnTo>
                  <a:pt x="336835" y="3505199"/>
                </a:lnTo>
                <a:lnTo>
                  <a:pt x="320521" y="3479799"/>
                </a:lnTo>
                <a:lnTo>
                  <a:pt x="304591" y="3441699"/>
                </a:lnTo>
                <a:lnTo>
                  <a:pt x="289045" y="3416299"/>
                </a:lnTo>
                <a:lnTo>
                  <a:pt x="273883" y="3378199"/>
                </a:lnTo>
                <a:lnTo>
                  <a:pt x="259108" y="3352799"/>
                </a:lnTo>
                <a:lnTo>
                  <a:pt x="244727" y="3314699"/>
                </a:lnTo>
                <a:lnTo>
                  <a:pt x="230738" y="3289299"/>
                </a:lnTo>
                <a:lnTo>
                  <a:pt x="217143" y="3251199"/>
                </a:lnTo>
                <a:lnTo>
                  <a:pt x="203944" y="3225799"/>
                </a:lnTo>
                <a:lnTo>
                  <a:pt x="191146" y="3187699"/>
                </a:lnTo>
                <a:lnTo>
                  <a:pt x="178749" y="3149599"/>
                </a:lnTo>
                <a:lnTo>
                  <a:pt x="166753" y="3124199"/>
                </a:lnTo>
                <a:lnTo>
                  <a:pt x="155161" y="3086099"/>
                </a:lnTo>
                <a:lnTo>
                  <a:pt x="143977" y="3060699"/>
                </a:lnTo>
                <a:lnTo>
                  <a:pt x="133202" y="3022599"/>
                </a:lnTo>
                <a:lnTo>
                  <a:pt x="122833" y="2984499"/>
                </a:lnTo>
                <a:lnTo>
                  <a:pt x="112876" y="2959099"/>
                </a:lnTo>
                <a:lnTo>
                  <a:pt x="103333" y="2920999"/>
                </a:lnTo>
                <a:lnTo>
                  <a:pt x="94204" y="2882899"/>
                </a:lnTo>
                <a:lnTo>
                  <a:pt x="85489" y="2857499"/>
                </a:lnTo>
                <a:lnTo>
                  <a:pt x="77191" y="2819399"/>
                </a:lnTo>
                <a:lnTo>
                  <a:pt x="69312" y="2781299"/>
                </a:lnTo>
                <a:lnTo>
                  <a:pt x="61852" y="2755899"/>
                </a:lnTo>
                <a:lnTo>
                  <a:pt x="54811" y="2717799"/>
                </a:lnTo>
                <a:lnTo>
                  <a:pt x="48192" y="2679699"/>
                </a:lnTo>
                <a:lnTo>
                  <a:pt x="41996" y="2654299"/>
                </a:lnTo>
                <a:lnTo>
                  <a:pt x="36223" y="2616199"/>
                </a:lnTo>
                <a:lnTo>
                  <a:pt x="30874" y="2578099"/>
                </a:lnTo>
                <a:lnTo>
                  <a:pt x="25950" y="2539999"/>
                </a:lnTo>
                <a:lnTo>
                  <a:pt x="21452" y="2514599"/>
                </a:lnTo>
                <a:lnTo>
                  <a:pt x="17381" y="2476499"/>
                </a:lnTo>
                <a:lnTo>
                  <a:pt x="13736" y="2438399"/>
                </a:lnTo>
                <a:lnTo>
                  <a:pt x="10518" y="2400299"/>
                </a:lnTo>
                <a:lnTo>
                  <a:pt x="7728" y="2374899"/>
                </a:lnTo>
                <a:lnTo>
                  <a:pt x="5368" y="2336799"/>
                </a:lnTo>
                <a:lnTo>
                  <a:pt x="3435" y="2298699"/>
                </a:lnTo>
                <a:lnTo>
                  <a:pt x="1932" y="2260599"/>
                </a:lnTo>
                <a:lnTo>
                  <a:pt x="858" y="2235199"/>
                </a:lnTo>
                <a:lnTo>
                  <a:pt x="214" y="2197099"/>
                </a:lnTo>
                <a:lnTo>
                  <a:pt x="0" y="2158999"/>
                </a:lnTo>
                <a:lnTo>
                  <a:pt x="214" y="2120899"/>
                </a:lnTo>
                <a:lnTo>
                  <a:pt x="1932" y="2057399"/>
                </a:lnTo>
                <a:lnTo>
                  <a:pt x="3435" y="2019299"/>
                </a:lnTo>
                <a:lnTo>
                  <a:pt x="5368" y="1981199"/>
                </a:lnTo>
                <a:lnTo>
                  <a:pt x="7728" y="1955799"/>
                </a:lnTo>
                <a:lnTo>
                  <a:pt x="10518" y="1917699"/>
                </a:lnTo>
                <a:lnTo>
                  <a:pt x="13736" y="1879599"/>
                </a:lnTo>
                <a:lnTo>
                  <a:pt x="17381" y="1841499"/>
                </a:lnTo>
                <a:lnTo>
                  <a:pt x="21452" y="1816099"/>
                </a:lnTo>
                <a:lnTo>
                  <a:pt x="25950" y="1777999"/>
                </a:lnTo>
                <a:lnTo>
                  <a:pt x="30875" y="1739899"/>
                </a:lnTo>
                <a:lnTo>
                  <a:pt x="36224" y="1714499"/>
                </a:lnTo>
                <a:lnTo>
                  <a:pt x="41996" y="1676399"/>
                </a:lnTo>
                <a:lnTo>
                  <a:pt x="48192" y="1638299"/>
                </a:lnTo>
                <a:lnTo>
                  <a:pt x="54811" y="1600199"/>
                </a:lnTo>
                <a:lnTo>
                  <a:pt x="61852" y="1574799"/>
                </a:lnTo>
                <a:lnTo>
                  <a:pt x="69312" y="1536699"/>
                </a:lnTo>
                <a:lnTo>
                  <a:pt x="77191" y="1498599"/>
                </a:lnTo>
                <a:lnTo>
                  <a:pt x="85489" y="1473199"/>
                </a:lnTo>
                <a:lnTo>
                  <a:pt x="94204" y="1435099"/>
                </a:lnTo>
                <a:lnTo>
                  <a:pt x="103333" y="1396999"/>
                </a:lnTo>
                <a:lnTo>
                  <a:pt x="112876" y="1371599"/>
                </a:lnTo>
                <a:lnTo>
                  <a:pt x="122833" y="1333499"/>
                </a:lnTo>
                <a:lnTo>
                  <a:pt x="133201" y="1295399"/>
                </a:lnTo>
                <a:lnTo>
                  <a:pt x="143977" y="1269999"/>
                </a:lnTo>
                <a:lnTo>
                  <a:pt x="155161" y="1231899"/>
                </a:lnTo>
                <a:lnTo>
                  <a:pt x="166753" y="1206499"/>
                </a:lnTo>
                <a:lnTo>
                  <a:pt x="178749" y="1168399"/>
                </a:lnTo>
                <a:lnTo>
                  <a:pt x="191146" y="1130299"/>
                </a:lnTo>
                <a:lnTo>
                  <a:pt x="203944" y="1104899"/>
                </a:lnTo>
                <a:lnTo>
                  <a:pt x="217143" y="1066799"/>
                </a:lnTo>
                <a:lnTo>
                  <a:pt x="230738" y="1041399"/>
                </a:lnTo>
                <a:lnTo>
                  <a:pt x="244727" y="1003299"/>
                </a:lnTo>
                <a:lnTo>
                  <a:pt x="259108" y="977899"/>
                </a:lnTo>
                <a:lnTo>
                  <a:pt x="273883" y="939799"/>
                </a:lnTo>
                <a:lnTo>
                  <a:pt x="289045" y="914399"/>
                </a:lnTo>
                <a:lnTo>
                  <a:pt x="304591" y="876299"/>
                </a:lnTo>
                <a:lnTo>
                  <a:pt x="320521" y="850899"/>
                </a:lnTo>
                <a:lnTo>
                  <a:pt x="336835" y="812799"/>
                </a:lnTo>
                <a:lnTo>
                  <a:pt x="353527" y="787399"/>
                </a:lnTo>
                <a:lnTo>
                  <a:pt x="370593" y="749299"/>
                </a:lnTo>
                <a:lnTo>
                  <a:pt x="388034" y="723899"/>
                </a:lnTo>
                <a:lnTo>
                  <a:pt x="405847" y="698499"/>
                </a:lnTo>
                <a:lnTo>
                  <a:pt x="424030" y="660399"/>
                </a:lnTo>
                <a:lnTo>
                  <a:pt x="442575" y="634999"/>
                </a:lnTo>
                <a:lnTo>
                  <a:pt x="461484" y="609599"/>
                </a:lnTo>
                <a:lnTo>
                  <a:pt x="480755" y="571499"/>
                </a:lnTo>
                <a:lnTo>
                  <a:pt x="500383" y="546099"/>
                </a:lnTo>
                <a:lnTo>
                  <a:pt x="520363" y="520699"/>
                </a:lnTo>
                <a:lnTo>
                  <a:pt x="540694" y="495299"/>
                </a:lnTo>
                <a:lnTo>
                  <a:pt x="561376" y="457199"/>
                </a:lnTo>
                <a:lnTo>
                  <a:pt x="603770" y="406399"/>
                </a:lnTo>
                <a:lnTo>
                  <a:pt x="647519" y="355599"/>
                </a:lnTo>
                <a:lnTo>
                  <a:pt x="669894" y="330199"/>
                </a:lnTo>
                <a:lnTo>
                  <a:pt x="692595" y="292099"/>
                </a:lnTo>
                <a:lnTo>
                  <a:pt x="738972" y="241299"/>
                </a:lnTo>
                <a:lnTo>
                  <a:pt x="786623" y="190499"/>
                </a:lnTo>
                <a:lnTo>
                  <a:pt x="835518" y="139699"/>
                </a:lnTo>
                <a:lnTo>
                  <a:pt x="885629" y="101599"/>
                </a:lnTo>
                <a:lnTo>
                  <a:pt x="911128" y="76199"/>
                </a:lnTo>
                <a:lnTo>
                  <a:pt x="936924" y="50799"/>
                </a:lnTo>
                <a:lnTo>
                  <a:pt x="963008" y="25399"/>
                </a:lnTo>
                <a:lnTo>
                  <a:pt x="989373" y="0"/>
                </a:lnTo>
                <a:lnTo>
                  <a:pt x="4486575" y="0"/>
                </a:lnTo>
                <a:lnTo>
                  <a:pt x="4486575" y="4495799"/>
                </a:lnTo>
                <a:lnTo>
                  <a:pt x="4466475" y="4508499"/>
                </a:lnTo>
                <a:lnTo>
                  <a:pt x="4437485" y="4533899"/>
                </a:lnTo>
                <a:lnTo>
                  <a:pt x="4408257" y="4546599"/>
                </a:lnTo>
                <a:lnTo>
                  <a:pt x="4378798" y="4571999"/>
                </a:lnTo>
                <a:lnTo>
                  <a:pt x="4349110" y="4584699"/>
                </a:lnTo>
                <a:lnTo>
                  <a:pt x="4319193" y="4610099"/>
                </a:lnTo>
                <a:lnTo>
                  <a:pt x="4289054" y="4622799"/>
                </a:lnTo>
                <a:lnTo>
                  <a:pt x="4258704" y="4648199"/>
                </a:lnTo>
                <a:lnTo>
                  <a:pt x="4197368" y="4673599"/>
                </a:lnTo>
                <a:lnTo>
                  <a:pt x="4166392" y="4698999"/>
                </a:lnTo>
                <a:lnTo>
                  <a:pt x="4040564" y="4749799"/>
                </a:lnTo>
                <a:lnTo>
                  <a:pt x="4008650" y="4775199"/>
                </a:lnTo>
                <a:lnTo>
                  <a:pt x="3780633" y="4864099"/>
                </a:lnTo>
                <a:close/>
              </a:path>
              <a:path extrusionOk="0" h="5016500" w="4486909">
                <a:moveTo>
                  <a:pt x="3613476" y="4914899"/>
                </a:moveTo>
                <a:lnTo>
                  <a:pt x="2091805" y="4914899"/>
                </a:lnTo>
                <a:lnTo>
                  <a:pt x="1957819" y="4864099"/>
                </a:lnTo>
                <a:lnTo>
                  <a:pt x="3747463" y="4864099"/>
                </a:lnTo>
                <a:lnTo>
                  <a:pt x="3613476" y="4914899"/>
                </a:lnTo>
                <a:close/>
              </a:path>
              <a:path extrusionOk="0" h="5016500" w="4486909">
                <a:moveTo>
                  <a:pt x="3511764" y="4940299"/>
                </a:moveTo>
                <a:lnTo>
                  <a:pt x="2193518" y="4940299"/>
                </a:lnTo>
                <a:lnTo>
                  <a:pt x="2125598" y="4914899"/>
                </a:lnTo>
                <a:lnTo>
                  <a:pt x="3579683" y="4914899"/>
                </a:lnTo>
                <a:lnTo>
                  <a:pt x="3511764" y="4940299"/>
                </a:lnTo>
                <a:close/>
              </a:path>
              <a:path extrusionOk="0" h="5016500" w="4486909">
                <a:moveTo>
                  <a:pt x="3409163" y="4965699"/>
                </a:moveTo>
                <a:lnTo>
                  <a:pt x="2296119" y="4965699"/>
                </a:lnTo>
                <a:lnTo>
                  <a:pt x="2227624" y="4940299"/>
                </a:lnTo>
                <a:lnTo>
                  <a:pt x="3477658" y="4940299"/>
                </a:lnTo>
                <a:lnTo>
                  <a:pt x="3409163" y="4965699"/>
                </a:lnTo>
                <a:close/>
              </a:path>
              <a:path extrusionOk="0" h="5016500" w="4486909">
                <a:moveTo>
                  <a:pt x="3340333" y="4978399"/>
                </a:moveTo>
                <a:lnTo>
                  <a:pt x="2364949" y="4978399"/>
                </a:lnTo>
                <a:lnTo>
                  <a:pt x="2330497" y="4965699"/>
                </a:lnTo>
                <a:lnTo>
                  <a:pt x="3374785" y="4965699"/>
                </a:lnTo>
                <a:lnTo>
                  <a:pt x="3340333" y="4978399"/>
                </a:lnTo>
                <a:close/>
              </a:path>
              <a:path extrusionOk="0" h="5016500" w="4486909">
                <a:moveTo>
                  <a:pt x="3236549" y="4991099"/>
                </a:moveTo>
                <a:lnTo>
                  <a:pt x="2468734" y="4991099"/>
                </a:lnTo>
                <a:lnTo>
                  <a:pt x="2434073" y="4978399"/>
                </a:lnTo>
                <a:lnTo>
                  <a:pt x="3271210" y="4978399"/>
                </a:lnTo>
                <a:lnTo>
                  <a:pt x="3236549" y="4991099"/>
                </a:lnTo>
                <a:close/>
              </a:path>
              <a:path extrusionOk="0" h="5016500" w="4486909">
                <a:moveTo>
                  <a:pt x="3132249" y="5003799"/>
                </a:moveTo>
                <a:lnTo>
                  <a:pt x="2573035" y="5003799"/>
                </a:lnTo>
                <a:lnTo>
                  <a:pt x="2538215" y="4991099"/>
                </a:lnTo>
                <a:lnTo>
                  <a:pt x="3167069" y="4991099"/>
                </a:lnTo>
                <a:lnTo>
                  <a:pt x="3132249" y="5003799"/>
                </a:lnTo>
                <a:close/>
              </a:path>
              <a:path extrusionOk="0" h="5016500" w="4486909">
                <a:moveTo>
                  <a:pt x="2992613" y="5016499"/>
                </a:moveTo>
                <a:lnTo>
                  <a:pt x="2712669" y="5016499"/>
                </a:lnTo>
                <a:lnTo>
                  <a:pt x="2677713" y="5003799"/>
                </a:lnTo>
                <a:lnTo>
                  <a:pt x="3027570" y="5003799"/>
                </a:lnTo>
                <a:lnTo>
                  <a:pt x="2992613" y="5016499"/>
                </a:lnTo>
                <a:close/>
              </a:path>
            </a:pathLst>
          </a:custGeom>
          <a:solidFill>
            <a:srgbClr val="FF5E1F">
              <a:alpha val="51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97" name="Google Shape;397;p26"/>
          <p:cNvGrpSpPr/>
          <p:nvPr/>
        </p:nvGrpSpPr>
        <p:grpSpPr>
          <a:xfrm>
            <a:off x="770213" y="1388285"/>
            <a:ext cx="4212590" cy="4593035"/>
            <a:chOff x="770213" y="1388285"/>
            <a:chExt cx="4212590" cy="4593035"/>
          </a:xfrm>
        </p:grpSpPr>
        <p:sp>
          <p:nvSpPr>
            <p:cNvPr id="398" name="Google Shape;398;p26"/>
            <p:cNvSpPr/>
            <p:nvPr/>
          </p:nvSpPr>
          <p:spPr>
            <a:xfrm>
              <a:off x="770213" y="1388285"/>
              <a:ext cx="76200" cy="228600"/>
            </a:xfrm>
            <a:custGeom>
              <a:rect b="b" l="l" r="r" t="t"/>
              <a:pathLst>
                <a:path extrusionOk="0" h="228600" w="76200">
                  <a:moveTo>
                    <a:pt x="76070" y="228211"/>
                  </a:moveTo>
                  <a:lnTo>
                    <a:pt x="0" y="228211"/>
                  </a:lnTo>
                  <a:lnTo>
                    <a:pt x="0" y="0"/>
                  </a:lnTo>
                  <a:lnTo>
                    <a:pt x="76070" y="0"/>
                  </a:lnTo>
                  <a:lnTo>
                    <a:pt x="76070" y="228211"/>
                  </a:lnTo>
                  <a:close/>
                </a:path>
              </a:pathLst>
            </a:custGeom>
            <a:solidFill>
              <a:srgbClr val="FF5E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770213" y="1825691"/>
              <a:ext cx="4212590" cy="1283970"/>
            </a:xfrm>
            <a:custGeom>
              <a:rect b="b" l="l" r="r" t="t"/>
              <a:pathLst>
                <a:path extrusionOk="0" h="1283970" w="4212590">
                  <a:moveTo>
                    <a:pt x="4212401" y="1283689"/>
                  </a:moveTo>
                  <a:lnTo>
                    <a:pt x="0" y="1283689"/>
                  </a:lnTo>
                  <a:lnTo>
                    <a:pt x="0" y="0"/>
                  </a:lnTo>
                  <a:lnTo>
                    <a:pt x="4212401" y="0"/>
                  </a:lnTo>
                  <a:lnTo>
                    <a:pt x="4212401" y="12836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770213" y="1825691"/>
              <a:ext cx="19050" cy="1283970"/>
            </a:xfrm>
            <a:custGeom>
              <a:rect b="b" l="l" r="r" t="t"/>
              <a:pathLst>
                <a:path extrusionOk="0" h="1283970" w="19050">
                  <a:moveTo>
                    <a:pt x="19017" y="1283689"/>
                  </a:moveTo>
                  <a:lnTo>
                    <a:pt x="0" y="1283689"/>
                  </a:lnTo>
                  <a:lnTo>
                    <a:pt x="0" y="0"/>
                  </a:lnTo>
                  <a:lnTo>
                    <a:pt x="19017" y="0"/>
                  </a:lnTo>
                  <a:lnTo>
                    <a:pt x="19017" y="1283689"/>
                  </a:lnTo>
                  <a:close/>
                </a:path>
              </a:pathLst>
            </a:custGeom>
            <a:solidFill>
              <a:srgbClr val="FF5E1F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770213" y="3261520"/>
              <a:ext cx="4212590" cy="1283970"/>
            </a:xfrm>
            <a:custGeom>
              <a:rect b="b" l="l" r="r" t="t"/>
              <a:pathLst>
                <a:path extrusionOk="0" h="1283970" w="4212590">
                  <a:moveTo>
                    <a:pt x="4212401" y="1283689"/>
                  </a:moveTo>
                  <a:lnTo>
                    <a:pt x="0" y="1283689"/>
                  </a:lnTo>
                  <a:lnTo>
                    <a:pt x="0" y="0"/>
                  </a:lnTo>
                  <a:lnTo>
                    <a:pt x="4212401" y="0"/>
                  </a:lnTo>
                  <a:lnTo>
                    <a:pt x="4212401" y="12836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770213" y="3261520"/>
              <a:ext cx="19050" cy="1283970"/>
            </a:xfrm>
            <a:custGeom>
              <a:rect b="b" l="l" r="r" t="t"/>
              <a:pathLst>
                <a:path extrusionOk="0" h="1283970" w="19050">
                  <a:moveTo>
                    <a:pt x="19017" y="1283689"/>
                  </a:moveTo>
                  <a:lnTo>
                    <a:pt x="0" y="1283689"/>
                  </a:lnTo>
                  <a:lnTo>
                    <a:pt x="0" y="0"/>
                  </a:lnTo>
                  <a:lnTo>
                    <a:pt x="19017" y="0"/>
                  </a:lnTo>
                  <a:lnTo>
                    <a:pt x="19017" y="1283689"/>
                  </a:lnTo>
                  <a:close/>
                </a:path>
              </a:pathLst>
            </a:custGeom>
            <a:solidFill>
              <a:srgbClr val="FF008F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770213" y="4697350"/>
              <a:ext cx="4212590" cy="1283970"/>
            </a:xfrm>
            <a:custGeom>
              <a:rect b="b" l="l" r="r" t="t"/>
              <a:pathLst>
                <a:path extrusionOk="0" h="1283970" w="4212590">
                  <a:moveTo>
                    <a:pt x="4212401" y="1283689"/>
                  </a:moveTo>
                  <a:lnTo>
                    <a:pt x="0" y="1283689"/>
                  </a:lnTo>
                  <a:lnTo>
                    <a:pt x="0" y="0"/>
                  </a:lnTo>
                  <a:lnTo>
                    <a:pt x="4212401" y="0"/>
                  </a:lnTo>
                  <a:lnTo>
                    <a:pt x="4212401" y="12836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770213" y="4697350"/>
              <a:ext cx="19050" cy="1283970"/>
            </a:xfrm>
            <a:custGeom>
              <a:rect b="b" l="l" r="r" t="t"/>
              <a:pathLst>
                <a:path extrusionOk="0" h="1283970" w="19050">
                  <a:moveTo>
                    <a:pt x="19017" y="1283689"/>
                  </a:moveTo>
                  <a:lnTo>
                    <a:pt x="0" y="1283689"/>
                  </a:lnTo>
                  <a:lnTo>
                    <a:pt x="0" y="0"/>
                  </a:lnTo>
                  <a:lnTo>
                    <a:pt x="19017" y="0"/>
                  </a:lnTo>
                  <a:lnTo>
                    <a:pt x="19017" y="1283689"/>
                  </a:lnTo>
                  <a:close/>
                </a:path>
              </a:pathLst>
            </a:custGeom>
            <a:solidFill>
              <a:srgbClr val="2FD5C7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405" name="Google Shape;405;p26"/>
          <p:cNvSpPr txBox="1"/>
          <p:nvPr/>
        </p:nvSpPr>
        <p:spPr>
          <a:xfrm>
            <a:off x="942935" y="1328041"/>
            <a:ext cx="30297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Mensajes ACL</a:t>
            </a:r>
            <a:endParaRPr sz="2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6" name="Google Shape;406;p26"/>
          <p:cNvSpPr txBox="1"/>
          <p:nvPr/>
        </p:nvSpPr>
        <p:spPr>
          <a:xfrm>
            <a:off x="789225" y="1907600"/>
            <a:ext cx="45873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47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REQUEST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  <a:p>
            <a:pPr indent="0" lvl="0" marL="147320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0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percepcion → cerebro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147320" marR="1146175" rtl="0" algn="l">
              <a:lnSpc>
                <a:spcPct val="13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Envío de ingredientes normalizados para procesamiento.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7" name="Google Shape;407;p26"/>
          <p:cNvSpPr txBox="1"/>
          <p:nvPr/>
        </p:nvSpPr>
        <p:spPr>
          <a:xfrm>
            <a:off x="789224" y="3343425"/>
            <a:ext cx="45873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47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00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 (Motor IR)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  <a:p>
            <a:pPr indent="0" lvl="0" marL="147320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0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cerebro → percepcion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147320" marR="440690" rtl="0" algn="l">
              <a:lnSpc>
                <a:spcPct val="13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Retorno de los 10 resultados filtrados del motor de búsqueda.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8" name="Google Shape;408;p26"/>
          <p:cNvSpPr txBox="1"/>
          <p:nvPr/>
        </p:nvSpPr>
        <p:spPr>
          <a:xfrm>
            <a:off x="789225" y="4779275"/>
            <a:ext cx="44817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47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FD5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 (Final)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  <a:p>
            <a:pPr indent="0" lvl="0" marL="147320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0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percepcion → interfaz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147320" marR="191135" rtl="0" algn="l">
              <a:lnSpc>
                <a:spcPct val="13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Envío de resultados finales enriquecidos con datos de temporada.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770213" y="6077186"/>
            <a:ext cx="4212590" cy="9525"/>
          </a:xfrm>
          <a:custGeom>
            <a:rect b="b" l="l" r="r" t="t"/>
            <a:pathLst>
              <a:path extrusionOk="0" h="9525" w="4212590">
                <a:moveTo>
                  <a:pt x="4212401" y="9508"/>
                </a:moveTo>
                <a:lnTo>
                  <a:pt x="0" y="9508"/>
                </a:lnTo>
                <a:lnTo>
                  <a:pt x="0" y="0"/>
                </a:lnTo>
                <a:lnTo>
                  <a:pt x="4212401" y="0"/>
                </a:lnTo>
                <a:lnTo>
                  <a:pt x="4212401" y="9508"/>
                </a:lnTo>
                <a:close/>
              </a:path>
            </a:pathLst>
          </a:custGeom>
          <a:solidFill>
            <a:srgbClr val="E2E7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0" name="Google Shape;410;p26"/>
          <p:cNvSpPr txBox="1"/>
          <p:nvPr/>
        </p:nvSpPr>
        <p:spPr>
          <a:xfrm>
            <a:off x="1133100" y="6090889"/>
            <a:ext cx="45873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Estándar FIPA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A72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Cumplimiento de performativas oficiales para</a:t>
            </a:r>
            <a:r>
              <a:rPr lang="en-US" sz="1050">
                <a:solidFill>
                  <a:srgbClr val="6B7280"/>
                </a:solidFill>
                <a:highlight>
                  <a:srgbClr val="FDFDFD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 interoperabilidad total.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1" name="Google Shape;411;p26"/>
          <p:cNvSpPr txBox="1"/>
          <p:nvPr/>
        </p:nvSpPr>
        <p:spPr>
          <a:xfrm>
            <a:off x="5657628" y="6101378"/>
            <a:ext cx="13944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B0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JADE SNIFFER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2" name="Google Shape;412;p26"/>
          <p:cNvSpPr txBox="1"/>
          <p:nvPr/>
        </p:nvSpPr>
        <p:spPr>
          <a:xfrm>
            <a:off x="5657634" y="6353192"/>
            <a:ext cx="35691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Monitorización Tiempo Real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3" name="Google Shape;413;p26"/>
          <p:cNvSpPr txBox="1"/>
          <p:nvPr/>
        </p:nvSpPr>
        <p:spPr>
          <a:xfrm>
            <a:off x="9976896" y="2393028"/>
            <a:ext cx="9897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INTERFAZ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14" name="Google Shape;414;p26"/>
          <p:cNvPicPr preferRelativeResize="0"/>
          <p:nvPr/>
        </p:nvPicPr>
        <p:blipFill rotWithShape="1">
          <a:blip r:embed="rId3">
            <a:alphaModFix/>
          </a:blip>
          <a:srcRect b="63457" l="0" r="70693" t="0"/>
          <a:stretch/>
        </p:blipFill>
        <p:spPr>
          <a:xfrm>
            <a:off x="5657625" y="1328300"/>
            <a:ext cx="6091728" cy="45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7"/>
          <p:cNvSpPr/>
          <p:nvPr/>
        </p:nvSpPr>
        <p:spPr>
          <a:xfrm>
            <a:off x="9508" y="0"/>
            <a:ext cx="2738755" cy="2738755"/>
          </a:xfrm>
          <a:custGeom>
            <a:rect b="b" l="l" r="r" t="t"/>
            <a:pathLst>
              <a:path extrusionOk="0" h="2738755" w="2738755">
                <a:moveTo>
                  <a:pt x="912845" y="2738536"/>
                </a:moveTo>
                <a:lnTo>
                  <a:pt x="868040" y="2737986"/>
                </a:lnTo>
                <a:lnTo>
                  <a:pt x="823263" y="2736337"/>
                </a:lnTo>
                <a:lnTo>
                  <a:pt x="778539" y="2733589"/>
                </a:lnTo>
                <a:lnTo>
                  <a:pt x="733896" y="2729745"/>
                </a:lnTo>
                <a:lnTo>
                  <a:pt x="689361" y="2724806"/>
                </a:lnTo>
                <a:lnTo>
                  <a:pt x="644958" y="2718775"/>
                </a:lnTo>
                <a:lnTo>
                  <a:pt x="600721" y="2711657"/>
                </a:lnTo>
                <a:lnTo>
                  <a:pt x="556670" y="2703456"/>
                </a:lnTo>
                <a:lnTo>
                  <a:pt x="512834" y="2694176"/>
                </a:lnTo>
                <a:lnTo>
                  <a:pt x="469238" y="2683822"/>
                </a:lnTo>
                <a:lnTo>
                  <a:pt x="425910" y="2672402"/>
                </a:lnTo>
                <a:lnTo>
                  <a:pt x="382875" y="2659922"/>
                </a:lnTo>
                <a:lnTo>
                  <a:pt x="340159" y="2646390"/>
                </a:lnTo>
                <a:lnTo>
                  <a:pt x="297788" y="2631813"/>
                </a:lnTo>
                <a:lnTo>
                  <a:pt x="255788" y="2616201"/>
                </a:lnTo>
                <a:lnTo>
                  <a:pt x="214183" y="2599563"/>
                </a:lnTo>
                <a:lnTo>
                  <a:pt x="173000" y="2581909"/>
                </a:lnTo>
                <a:lnTo>
                  <a:pt x="132262" y="2563250"/>
                </a:lnTo>
                <a:lnTo>
                  <a:pt x="91994" y="2543596"/>
                </a:lnTo>
                <a:lnTo>
                  <a:pt x="52220" y="2522960"/>
                </a:lnTo>
                <a:lnTo>
                  <a:pt x="12965" y="2501355"/>
                </a:lnTo>
                <a:lnTo>
                  <a:pt x="0" y="2493904"/>
                </a:lnTo>
                <a:lnTo>
                  <a:pt x="0" y="0"/>
                </a:lnTo>
                <a:lnTo>
                  <a:pt x="2493904" y="0"/>
                </a:lnTo>
                <a:lnTo>
                  <a:pt x="2522960" y="52220"/>
                </a:lnTo>
                <a:lnTo>
                  <a:pt x="2543596" y="91994"/>
                </a:lnTo>
                <a:lnTo>
                  <a:pt x="2563250" y="132262"/>
                </a:lnTo>
                <a:lnTo>
                  <a:pt x="2581909" y="173000"/>
                </a:lnTo>
                <a:lnTo>
                  <a:pt x="2599563" y="214183"/>
                </a:lnTo>
                <a:lnTo>
                  <a:pt x="2616201" y="255788"/>
                </a:lnTo>
                <a:lnTo>
                  <a:pt x="2631813" y="297788"/>
                </a:lnTo>
                <a:lnTo>
                  <a:pt x="2646390" y="340159"/>
                </a:lnTo>
                <a:lnTo>
                  <a:pt x="2659922" y="382875"/>
                </a:lnTo>
                <a:lnTo>
                  <a:pt x="2672402" y="425910"/>
                </a:lnTo>
                <a:lnTo>
                  <a:pt x="2683822" y="469238"/>
                </a:lnTo>
                <a:lnTo>
                  <a:pt x="2694176" y="512834"/>
                </a:lnTo>
                <a:lnTo>
                  <a:pt x="2703456" y="556670"/>
                </a:lnTo>
                <a:lnTo>
                  <a:pt x="2711658" y="600721"/>
                </a:lnTo>
                <a:lnTo>
                  <a:pt x="2718775" y="644960"/>
                </a:lnTo>
                <a:lnTo>
                  <a:pt x="2724806" y="689361"/>
                </a:lnTo>
                <a:lnTo>
                  <a:pt x="2729745" y="733896"/>
                </a:lnTo>
                <a:lnTo>
                  <a:pt x="2733589" y="778539"/>
                </a:lnTo>
                <a:lnTo>
                  <a:pt x="2736337" y="823263"/>
                </a:lnTo>
                <a:lnTo>
                  <a:pt x="2737986" y="868040"/>
                </a:lnTo>
                <a:lnTo>
                  <a:pt x="2738536" y="912845"/>
                </a:lnTo>
                <a:lnTo>
                  <a:pt x="2738398" y="935251"/>
                </a:lnTo>
                <a:lnTo>
                  <a:pt x="2737299" y="980042"/>
                </a:lnTo>
                <a:lnTo>
                  <a:pt x="2735100" y="1024799"/>
                </a:lnTo>
                <a:lnTo>
                  <a:pt x="2731804" y="1069483"/>
                </a:lnTo>
                <a:lnTo>
                  <a:pt x="2727412" y="1114078"/>
                </a:lnTo>
                <a:lnTo>
                  <a:pt x="2721927" y="1158546"/>
                </a:lnTo>
                <a:lnTo>
                  <a:pt x="2715352" y="1202872"/>
                </a:lnTo>
                <a:lnTo>
                  <a:pt x="2707692" y="1247017"/>
                </a:lnTo>
                <a:lnTo>
                  <a:pt x="2698950" y="1290968"/>
                </a:lnTo>
                <a:lnTo>
                  <a:pt x="2689133" y="1334684"/>
                </a:lnTo>
                <a:lnTo>
                  <a:pt x="2678245" y="1378152"/>
                </a:lnTo>
                <a:lnTo>
                  <a:pt x="2666295" y="1421334"/>
                </a:lnTo>
                <a:lnTo>
                  <a:pt x="2653287" y="1464216"/>
                </a:lnTo>
                <a:lnTo>
                  <a:pt x="2639232" y="1506759"/>
                </a:lnTo>
                <a:lnTo>
                  <a:pt x="2624135" y="1548951"/>
                </a:lnTo>
                <a:lnTo>
                  <a:pt x="2608010" y="1590754"/>
                </a:lnTo>
                <a:lnTo>
                  <a:pt x="2590862" y="1632154"/>
                </a:lnTo>
                <a:lnTo>
                  <a:pt x="2572705" y="1673115"/>
                </a:lnTo>
                <a:lnTo>
                  <a:pt x="2553546" y="1713624"/>
                </a:lnTo>
                <a:lnTo>
                  <a:pt x="2533401" y="1753645"/>
                </a:lnTo>
                <a:lnTo>
                  <a:pt x="2512277" y="1793165"/>
                </a:lnTo>
                <a:lnTo>
                  <a:pt x="2490193" y="1832149"/>
                </a:lnTo>
                <a:lnTo>
                  <a:pt x="2467155" y="1870585"/>
                </a:lnTo>
                <a:lnTo>
                  <a:pt x="2443185" y="1908438"/>
                </a:lnTo>
                <a:lnTo>
                  <a:pt x="2418289" y="1945698"/>
                </a:lnTo>
                <a:lnTo>
                  <a:pt x="2392490" y="1982329"/>
                </a:lnTo>
                <a:lnTo>
                  <a:pt x="2365796" y="2018322"/>
                </a:lnTo>
                <a:lnTo>
                  <a:pt x="2338231" y="2053644"/>
                </a:lnTo>
                <a:lnTo>
                  <a:pt x="2309803" y="2088283"/>
                </a:lnTo>
                <a:lnTo>
                  <a:pt x="2280538" y="2122210"/>
                </a:lnTo>
                <a:lnTo>
                  <a:pt x="2250444" y="2155413"/>
                </a:lnTo>
                <a:lnTo>
                  <a:pt x="2219549" y="2187863"/>
                </a:lnTo>
                <a:lnTo>
                  <a:pt x="2187863" y="2219549"/>
                </a:lnTo>
                <a:lnTo>
                  <a:pt x="2155413" y="2250444"/>
                </a:lnTo>
                <a:lnTo>
                  <a:pt x="2122210" y="2280538"/>
                </a:lnTo>
                <a:lnTo>
                  <a:pt x="2088284" y="2309803"/>
                </a:lnTo>
                <a:lnTo>
                  <a:pt x="2053644" y="2338231"/>
                </a:lnTo>
                <a:lnTo>
                  <a:pt x="2018322" y="2365796"/>
                </a:lnTo>
                <a:lnTo>
                  <a:pt x="1982329" y="2392490"/>
                </a:lnTo>
                <a:lnTo>
                  <a:pt x="1945698" y="2418289"/>
                </a:lnTo>
                <a:lnTo>
                  <a:pt x="1908438" y="2443185"/>
                </a:lnTo>
                <a:lnTo>
                  <a:pt x="1870585" y="2467155"/>
                </a:lnTo>
                <a:lnTo>
                  <a:pt x="1832149" y="2490193"/>
                </a:lnTo>
                <a:lnTo>
                  <a:pt x="1793165" y="2512277"/>
                </a:lnTo>
                <a:lnTo>
                  <a:pt x="1753645" y="2533401"/>
                </a:lnTo>
                <a:lnTo>
                  <a:pt x="1713624" y="2553546"/>
                </a:lnTo>
                <a:lnTo>
                  <a:pt x="1673115" y="2572705"/>
                </a:lnTo>
                <a:lnTo>
                  <a:pt x="1632154" y="2590862"/>
                </a:lnTo>
                <a:lnTo>
                  <a:pt x="1590754" y="2608010"/>
                </a:lnTo>
                <a:lnTo>
                  <a:pt x="1548951" y="2624136"/>
                </a:lnTo>
                <a:lnTo>
                  <a:pt x="1506759" y="2639232"/>
                </a:lnTo>
                <a:lnTo>
                  <a:pt x="1464216" y="2653286"/>
                </a:lnTo>
                <a:lnTo>
                  <a:pt x="1421334" y="2666295"/>
                </a:lnTo>
                <a:lnTo>
                  <a:pt x="1378152" y="2678245"/>
                </a:lnTo>
                <a:lnTo>
                  <a:pt x="1334684" y="2689133"/>
                </a:lnTo>
                <a:lnTo>
                  <a:pt x="1290968" y="2698950"/>
                </a:lnTo>
                <a:lnTo>
                  <a:pt x="1247018" y="2707692"/>
                </a:lnTo>
                <a:lnTo>
                  <a:pt x="1202872" y="2715352"/>
                </a:lnTo>
                <a:lnTo>
                  <a:pt x="1158546" y="2721927"/>
                </a:lnTo>
                <a:lnTo>
                  <a:pt x="1114078" y="2727412"/>
                </a:lnTo>
                <a:lnTo>
                  <a:pt x="1069483" y="2731804"/>
                </a:lnTo>
                <a:lnTo>
                  <a:pt x="1024799" y="2735100"/>
                </a:lnTo>
                <a:lnTo>
                  <a:pt x="980042" y="2737299"/>
                </a:lnTo>
                <a:lnTo>
                  <a:pt x="935251" y="2738398"/>
                </a:lnTo>
                <a:lnTo>
                  <a:pt x="912845" y="2738536"/>
                </a:lnTo>
                <a:close/>
              </a:path>
            </a:pathLst>
          </a:custGeom>
          <a:solidFill>
            <a:srgbClr val="FF5E1F">
              <a:alpha val="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0" name="Google Shape;420;p27"/>
          <p:cNvSpPr txBox="1"/>
          <p:nvPr/>
        </p:nvSpPr>
        <p:spPr>
          <a:xfrm>
            <a:off x="752758" y="505255"/>
            <a:ext cx="20349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DETALLE TÉCNICO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$PPTXTitle" id="421" name="Google Shape;421;p27"/>
          <p:cNvSpPr txBox="1"/>
          <p:nvPr>
            <p:ph type="title"/>
          </p:nvPr>
        </p:nvSpPr>
        <p:spPr>
          <a:xfrm>
            <a:off x="752754" y="698425"/>
            <a:ext cx="56205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Plus Jakarta Sans"/>
                <a:ea typeface="Plus Jakarta Sans"/>
                <a:cs typeface="Plus Jakarta Sans"/>
                <a:sym typeface="Plus Jakarta Sans"/>
              </a:rPr>
              <a:t>Directory Facilitator (DF)</a:t>
            </a:r>
            <a:endParaRPr b="1" sz="3600"/>
          </a:p>
        </p:txBody>
      </p:sp>
      <p:sp>
        <p:nvSpPr>
          <p:cNvPr id="422" name="Google Shape;422;p27"/>
          <p:cNvSpPr/>
          <p:nvPr/>
        </p:nvSpPr>
        <p:spPr>
          <a:xfrm>
            <a:off x="770213" y="4640298"/>
            <a:ext cx="4212590" cy="9525"/>
          </a:xfrm>
          <a:custGeom>
            <a:rect b="b" l="l" r="r" t="t"/>
            <a:pathLst>
              <a:path extrusionOk="0" h="9525" w="4212590">
                <a:moveTo>
                  <a:pt x="4212401" y="9508"/>
                </a:moveTo>
                <a:lnTo>
                  <a:pt x="0" y="9508"/>
                </a:lnTo>
                <a:lnTo>
                  <a:pt x="0" y="0"/>
                </a:lnTo>
                <a:lnTo>
                  <a:pt x="4212401" y="0"/>
                </a:lnTo>
                <a:lnTo>
                  <a:pt x="4212401" y="9508"/>
                </a:lnTo>
                <a:close/>
              </a:path>
            </a:pathLst>
          </a:custGeom>
          <a:solidFill>
            <a:srgbClr val="E2E7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3" name="Google Shape;423;p27"/>
          <p:cNvSpPr/>
          <p:nvPr/>
        </p:nvSpPr>
        <p:spPr>
          <a:xfrm>
            <a:off x="922350" y="5990650"/>
            <a:ext cx="420303" cy="437420"/>
          </a:xfrm>
          <a:custGeom>
            <a:rect b="b" l="l" r="r" t="t"/>
            <a:pathLst>
              <a:path extrusionOk="0" h="380365" w="380365">
                <a:moveTo>
                  <a:pt x="347360" y="380351"/>
                </a:moveTo>
                <a:lnTo>
                  <a:pt x="32991" y="380351"/>
                </a:lnTo>
                <a:lnTo>
                  <a:pt x="28139" y="379386"/>
                </a:lnTo>
                <a:lnTo>
                  <a:pt x="965" y="352211"/>
                </a:lnTo>
                <a:lnTo>
                  <a:pt x="0" y="347359"/>
                </a:lnTo>
                <a:lnTo>
                  <a:pt x="0" y="342317"/>
                </a:lnTo>
                <a:lnTo>
                  <a:pt x="0" y="32991"/>
                </a:lnTo>
                <a:lnTo>
                  <a:pt x="28139" y="965"/>
                </a:lnTo>
                <a:lnTo>
                  <a:pt x="32991" y="0"/>
                </a:lnTo>
                <a:lnTo>
                  <a:pt x="347360" y="0"/>
                </a:lnTo>
                <a:lnTo>
                  <a:pt x="379387" y="28139"/>
                </a:lnTo>
                <a:lnTo>
                  <a:pt x="380352" y="32991"/>
                </a:lnTo>
                <a:lnTo>
                  <a:pt x="380352" y="347359"/>
                </a:lnTo>
                <a:lnTo>
                  <a:pt x="352212" y="379386"/>
                </a:lnTo>
                <a:lnTo>
                  <a:pt x="347360" y="380351"/>
                </a:lnTo>
                <a:close/>
              </a:path>
            </a:pathLst>
          </a:custGeom>
          <a:solidFill>
            <a:srgbClr val="FF00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settings</a:t>
            </a:r>
            <a:endParaRPr sz="18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922353" y="3801281"/>
            <a:ext cx="420303" cy="437419"/>
          </a:xfrm>
          <a:custGeom>
            <a:rect b="b" l="l" r="r" t="t"/>
            <a:pathLst>
              <a:path extrusionOk="0" h="380364" w="380365">
                <a:moveTo>
                  <a:pt x="347360" y="380352"/>
                </a:moveTo>
                <a:lnTo>
                  <a:pt x="32991" y="380352"/>
                </a:lnTo>
                <a:lnTo>
                  <a:pt x="28139" y="379386"/>
                </a:lnTo>
                <a:lnTo>
                  <a:pt x="965" y="352212"/>
                </a:lnTo>
                <a:lnTo>
                  <a:pt x="0" y="347360"/>
                </a:lnTo>
                <a:lnTo>
                  <a:pt x="0" y="342317"/>
                </a:lnTo>
                <a:lnTo>
                  <a:pt x="0" y="32991"/>
                </a:lnTo>
                <a:lnTo>
                  <a:pt x="28139" y="964"/>
                </a:lnTo>
                <a:lnTo>
                  <a:pt x="32991" y="0"/>
                </a:lnTo>
                <a:lnTo>
                  <a:pt x="347360" y="0"/>
                </a:lnTo>
                <a:lnTo>
                  <a:pt x="379387" y="28139"/>
                </a:lnTo>
                <a:lnTo>
                  <a:pt x="380352" y="32991"/>
                </a:lnTo>
                <a:lnTo>
                  <a:pt x="380352" y="347360"/>
                </a:lnTo>
                <a:lnTo>
                  <a:pt x="352212" y="379386"/>
                </a:lnTo>
                <a:lnTo>
                  <a:pt x="347360" y="380352"/>
                </a:lnTo>
                <a:close/>
              </a:path>
            </a:pathLst>
          </a:custGeom>
          <a:solidFill>
            <a:srgbClr val="FF5E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app_registration</a:t>
            </a:r>
            <a:endParaRPr sz="18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922350" y="4824624"/>
            <a:ext cx="420303" cy="437419"/>
          </a:xfrm>
          <a:custGeom>
            <a:rect b="b" l="l" r="r" t="t"/>
            <a:pathLst>
              <a:path extrusionOk="0" h="380364" w="380365">
                <a:moveTo>
                  <a:pt x="347360" y="380351"/>
                </a:moveTo>
                <a:lnTo>
                  <a:pt x="32991" y="380351"/>
                </a:lnTo>
                <a:lnTo>
                  <a:pt x="28139" y="379386"/>
                </a:lnTo>
                <a:lnTo>
                  <a:pt x="965" y="352211"/>
                </a:lnTo>
                <a:lnTo>
                  <a:pt x="0" y="347360"/>
                </a:lnTo>
                <a:lnTo>
                  <a:pt x="0" y="342317"/>
                </a:lnTo>
                <a:lnTo>
                  <a:pt x="0" y="32991"/>
                </a:lnTo>
                <a:lnTo>
                  <a:pt x="28139" y="965"/>
                </a:lnTo>
                <a:lnTo>
                  <a:pt x="32991" y="0"/>
                </a:lnTo>
                <a:lnTo>
                  <a:pt x="347360" y="0"/>
                </a:lnTo>
                <a:lnTo>
                  <a:pt x="379387" y="28138"/>
                </a:lnTo>
                <a:lnTo>
                  <a:pt x="380352" y="32991"/>
                </a:lnTo>
                <a:lnTo>
                  <a:pt x="380352" y="347360"/>
                </a:lnTo>
                <a:lnTo>
                  <a:pt x="352212" y="379386"/>
                </a:lnTo>
                <a:lnTo>
                  <a:pt x="347360" y="380351"/>
                </a:lnTo>
                <a:close/>
              </a:path>
            </a:pathLst>
          </a:custGeom>
          <a:solidFill>
            <a:srgbClr val="8B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search</a:t>
            </a:r>
            <a:endParaRPr sz="18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770213" y="5828898"/>
            <a:ext cx="4212590" cy="9525"/>
          </a:xfrm>
          <a:custGeom>
            <a:rect b="b" l="l" r="r" t="t"/>
            <a:pathLst>
              <a:path extrusionOk="0" h="9525" w="4212590">
                <a:moveTo>
                  <a:pt x="4212401" y="9508"/>
                </a:moveTo>
                <a:lnTo>
                  <a:pt x="0" y="9508"/>
                </a:lnTo>
                <a:lnTo>
                  <a:pt x="0" y="0"/>
                </a:lnTo>
                <a:lnTo>
                  <a:pt x="4212401" y="0"/>
                </a:lnTo>
                <a:lnTo>
                  <a:pt x="4212401" y="9508"/>
                </a:lnTo>
                <a:close/>
              </a:path>
            </a:pathLst>
          </a:custGeom>
          <a:solidFill>
            <a:srgbClr val="E2E7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770213" y="1331233"/>
            <a:ext cx="4212590" cy="2063750"/>
          </a:xfrm>
          <a:custGeom>
            <a:rect b="b" l="l" r="r" t="t"/>
            <a:pathLst>
              <a:path extrusionOk="0" h="2063750" w="4212590">
                <a:moveTo>
                  <a:pt x="4098295" y="2063411"/>
                </a:moveTo>
                <a:lnTo>
                  <a:pt x="114105" y="2063411"/>
                </a:lnTo>
                <a:lnTo>
                  <a:pt x="102865" y="2062868"/>
                </a:lnTo>
                <a:lnTo>
                  <a:pt x="60262" y="2049921"/>
                </a:lnTo>
                <a:lnTo>
                  <a:pt x="25856" y="2021658"/>
                </a:lnTo>
                <a:lnTo>
                  <a:pt x="4885" y="1982378"/>
                </a:lnTo>
                <a:lnTo>
                  <a:pt x="0" y="1949305"/>
                </a:lnTo>
                <a:lnTo>
                  <a:pt x="0" y="114105"/>
                </a:lnTo>
                <a:lnTo>
                  <a:pt x="8685" y="70439"/>
                </a:lnTo>
                <a:lnTo>
                  <a:pt x="33420" y="33420"/>
                </a:lnTo>
                <a:lnTo>
                  <a:pt x="70439" y="8685"/>
                </a:lnTo>
                <a:lnTo>
                  <a:pt x="114105" y="0"/>
                </a:lnTo>
                <a:lnTo>
                  <a:pt x="4098295" y="0"/>
                </a:lnTo>
                <a:lnTo>
                  <a:pt x="4141962" y="8685"/>
                </a:lnTo>
                <a:lnTo>
                  <a:pt x="4178980" y="33420"/>
                </a:lnTo>
                <a:lnTo>
                  <a:pt x="4203715" y="70439"/>
                </a:lnTo>
                <a:lnTo>
                  <a:pt x="4212401" y="114105"/>
                </a:lnTo>
                <a:lnTo>
                  <a:pt x="4212401" y="1949305"/>
                </a:lnTo>
                <a:lnTo>
                  <a:pt x="4203715" y="1992971"/>
                </a:lnTo>
                <a:lnTo>
                  <a:pt x="4178980" y="2029990"/>
                </a:lnTo>
                <a:lnTo>
                  <a:pt x="4141961" y="2054724"/>
                </a:lnTo>
                <a:lnTo>
                  <a:pt x="4098295" y="206341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770213" y="1331233"/>
            <a:ext cx="4212590" cy="2063750"/>
          </a:xfrm>
          <a:custGeom>
            <a:rect b="b" l="l" r="r" t="t"/>
            <a:pathLst>
              <a:path extrusionOk="0" h="2063750" w="4212590">
                <a:moveTo>
                  <a:pt x="4098295" y="2063411"/>
                </a:moveTo>
                <a:lnTo>
                  <a:pt x="114105" y="2063411"/>
                </a:lnTo>
                <a:lnTo>
                  <a:pt x="102865" y="2062868"/>
                </a:lnTo>
                <a:lnTo>
                  <a:pt x="60262" y="2049921"/>
                </a:lnTo>
                <a:lnTo>
                  <a:pt x="25856" y="2021658"/>
                </a:lnTo>
                <a:lnTo>
                  <a:pt x="4885" y="1982379"/>
                </a:lnTo>
                <a:lnTo>
                  <a:pt x="0" y="1949305"/>
                </a:lnTo>
                <a:lnTo>
                  <a:pt x="0" y="114105"/>
                </a:lnTo>
                <a:lnTo>
                  <a:pt x="8685" y="70439"/>
                </a:lnTo>
                <a:lnTo>
                  <a:pt x="33420" y="33420"/>
                </a:lnTo>
                <a:lnTo>
                  <a:pt x="70439" y="8685"/>
                </a:lnTo>
                <a:lnTo>
                  <a:pt x="114105" y="0"/>
                </a:lnTo>
                <a:lnTo>
                  <a:pt x="4098295" y="0"/>
                </a:lnTo>
                <a:lnTo>
                  <a:pt x="4141962" y="8685"/>
                </a:lnTo>
                <a:lnTo>
                  <a:pt x="4143706" y="9508"/>
                </a:lnTo>
                <a:lnTo>
                  <a:pt x="107237" y="9508"/>
                </a:lnTo>
                <a:lnTo>
                  <a:pt x="100435" y="10178"/>
                </a:lnTo>
                <a:lnTo>
                  <a:pt x="61705" y="23320"/>
                </a:lnTo>
                <a:lnTo>
                  <a:pt x="30952" y="50284"/>
                </a:lnTo>
                <a:lnTo>
                  <a:pt x="12858" y="86963"/>
                </a:lnTo>
                <a:lnTo>
                  <a:pt x="9508" y="107237"/>
                </a:lnTo>
                <a:lnTo>
                  <a:pt x="9508" y="1956173"/>
                </a:lnTo>
                <a:lnTo>
                  <a:pt x="20098" y="1995677"/>
                </a:lnTo>
                <a:lnTo>
                  <a:pt x="45000" y="2028123"/>
                </a:lnTo>
                <a:lnTo>
                  <a:pt x="80423" y="2048568"/>
                </a:lnTo>
                <a:lnTo>
                  <a:pt x="107237" y="2053902"/>
                </a:lnTo>
                <a:lnTo>
                  <a:pt x="4143704" y="2053902"/>
                </a:lnTo>
                <a:lnTo>
                  <a:pt x="4141961" y="2054725"/>
                </a:lnTo>
                <a:lnTo>
                  <a:pt x="4131369" y="2058525"/>
                </a:lnTo>
                <a:lnTo>
                  <a:pt x="4120560" y="2061239"/>
                </a:lnTo>
                <a:lnTo>
                  <a:pt x="4109536" y="2062868"/>
                </a:lnTo>
                <a:lnTo>
                  <a:pt x="4098295" y="2063411"/>
                </a:lnTo>
                <a:close/>
              </a:path>
              <a:path extrusionOk="0" h="2063750" w="4212590">
                <a:moveTo>
                  <a:pt x="4143704" y="2053902"/>
                </a:moveTo>
                <a:lnTo>
                  <a:pt x="4105163" y="2053902"/>
                </a:lnTo>
                <a:lnTo>
                  <a:pt x="4111965" y="2053232"/>
                </a:lnTo>
                <a:lnTo>
                  <a:pt x="4125437" y="2050552"/>
                </a:lnTo>
                <a:lnTo>
                  <a:pt x="4162117" y="2032459"/>
                </a:lnTo>
                <a:lnTo>
                  <a:pt x="4189080" y="2001705"/>
                </a:lnTo>
                <a:lnTo>
                  <a:pt x="4202222" y="1962975"/>
                </a:lnTo>
                <a:lnTo>
                  <a:pt x="4202892" y="1956173"/>
                </a:lnTo>
                <a:lnTo>
                  <a:pt x="4202892" y="107237"/>
                </a:lnTo>
                <a:lnTo>
                  <a:pt x="4192302" y="67733"/>
                </a:lnTo>
                <a:lnTo>
                  <a:pt x="4167400" y="35288"/>
                </a:lnTo>
                <a:lnTo>
                  <a:pt x="4131978" y="14842"/>
                </a:lnTo>
                <a:lnTo>
                  <a:pt x="4105163" y="9508"/>
                </a:lnTo>
                <a:lnTo>
                  <a:pt x="4143706" y="9508"/>
                </a:lnTo>
                <a:lnTo>
                  <a:pt x="4178980" y="33420"/>
                </a:lnTo>
                <a:lnTo>
                  <a:pt x="4203715" y="70439"/>
                </a:lnTo>
                <a:lnTo>
                  <a:pt x="4212401" y="114105"/>
                </a:lnTo>
                <a:lnTo>
                  <a:pt x="4212401" y="1949305"/>
                </a:lnTo>
                <a:lnTo>
                  <a:pt x="4211858" y="1960545"/>
                </a:lnTo>
                <a:lnTo>
                  <a:pt x="4198912" y="2003148"/>
                </a:lnTo>
                <a:lnTo>
                  <a:pt x="4170648" y="2037554"/>
                </a:lnTo>
                <a:lnTo>
                  <a:pt x="4152139" y="2049921"/>
                </a:lnTo>
                <a:lnTo>
                  <a:pt x="4143704" y="2053902"/>
                </a:lnTo>
                <a:close/>
              </a:path>
            </a:pathLst>
          </a:custGeom>
          <a:solidFill>
            <a:srgbClr val="FF5E1F">
              <a:alpha val="1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29" name="Google Shape;4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22" y="1340741"/>
            <a:ext cx="38035" cy="2044393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7"/>
          <p:cNvSpPr txBox="1"/>
          <p:nvPr/>
        </p:nvSpPr>
        <p:spPr>
          <a:xfrm>
            <a:off x="1066549" y="1613306"/>
            <a:ext cx="3576900" cy="13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Directory Facilitator permite una arquitectura desacoplada donde los agentes se encuentran dinámicamente.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73355" rtl="0" algn="l">
              <a:lnSpc>
                <a:spcPct val="130000"/>
              </a:lnSpc>
              <a:spcBef>
                <a:spcPts val="113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Detalle técnico sobre el registro y búsqueda de servicios dentro de la plataforma JADE.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1" name="Google Shape;431;p27"/>
          <p:cNvSpPr txBox="1"/>
          <p:nvPr/>
        </p:nvSpPr>
        <p:spPr>
          <a:xfrm>
            <a:off x="1437400" y="3674825"/>
            <a:ext cx="38628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Registro de Servicios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426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428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Uso de DFService.register al iniciarse para anunciar capacidades (cerebro, interfaz, percepción).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2" name="Google Shape;432;p27"/>
          <p:cNvSpPr txBox="1"/>
          <p:nvPr/>
        </p:nvSpPr>
        <p:spPr>
          <a:xfrm>
            <a:off x="1437401" y="4853900"/>
            <a:ext cx="386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5080" rtl="0" algn="l">
              <a:lnSpc>
                <a:spcPct val="14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B0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Descubrimiento Dinámico      </a:t>
            </a:r>
            <a:r>
              <a:rPr lang="en-US" sz="1250">
                <a:solidFill>
                  <a:srgbClr val="2428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Localización de pares mediante DFService.search, eliminando direcciones estáticas.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3" name="Google Shape;433;p27"/>
          <p:cNvSpPr txBox="1"/>
          <p:nvPr/>
        </p:nvSpPr>
        <p:spPr>
          <a:xfrm>
            <a:off x="1419151" y="5884707"/>
            <a:ext cx="38628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Implementación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426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428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Uso de la clase DFHelper para simplificar el acceso a las páginas amarillas de JADE.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8709255" y="3448186"/>
            <a:ext cx="6132020" cy="6187440"/>
          </a:xfrm>
          <a:custGeom>
            <a:rect b="b" l="l" r="r" t="t"/>
            <a:pathLst>
              <a:path extrusionOk="0" h="5689600" w="5704205">
                <a:moveTo>
                  <a:pt x="3132249" y="12699"/>
                </a:moveTo>
                <a:lnTo>
                  <a:pt x="2573034" y="12699"/>
                </a:lnTo>
                <a:lnTo>
                  <a:pt x="2607895" y="0"/>
                </a:lnTo>
                <a:lnTo>
                  <a:pt x="3097388" y="0"/>
                </a:lnTo>
                <a:lnTo>
                  <a:pt x="3132249" y="12699"/>
                </a:lnTo>
                <a:close/>
              </a:path>
              <a:path extrusionOk="0" h="5689600" w="5704205">
                <a:moveTo>
                  <a:pt x="3236549" y="25399"/>
                </a:moveTo>
                <a:lnTo>
                  <a:pt x="2468733" y="25399"/>
                </a:lnTo>
                <a:lnTo>
                  <a:pt x="2503447" y="12699"/>
                </a:lnTo>
                <a:lnTo>
                  <a:pt x="3201835" y="12699"/>
                </a:lnTo>
                <a:lnTo>
                  <a:pt x="3236549" y="25399"/>
                </a:lnTo>
                <a:close/>
              </a:path>
              <a:path extrusionOk="0" h="5689600" w="5704205">
                <a:moveTo>
                  <a:pt x="3340333" y="38099"/>
                </a:moveTo>
                <a:lnTo>
                  <a:pt x="2364947" y="38099"/>
                </a:lnTo>
                <a:lnTo>
                  <a:pt x="2399473" y="25399"/>
                </a:lnTo>
                <a:lnTo>
                  <a:pt x="3305809" y="25399"/>
                </a:lnTo>
                <a:lnTo>
                  <a:pt x="3340333" y="38099"/>
                </a:lnTo>
                <a:close/>
              </a:path>
              <a:path extrusionOk="0" h="5689600" w="5704205">
                <a:moveTo>
                  <a:pt x="3409163" y="50799"/>
                </a:moveTo>
                <a:lnTo>
                  <a:pt x="2296118" y="50799"/>
                </a:lnTo>
                <a:lnTo>
                  <a:pt x="2330496" y="38099"/>
                </a:lnTo>
                <a:lnTo>
                  <a:pt x="3374785" y="38099"/>
                </a:lnTo>
                <a:lnTo>
                  <a:pt x="3409163" y="50799"/>
                </a:lnTo>
                <a:close/>
              </a:path>
              <a:path extrusionOk="0" h="5689600" w="5704205">
                <a:moveTo>
                  <a:pt x="3511765" y="76199"/>
                </a:moveTo>
                <a:lnTo>
                  <a:pt x="2193517" y="76199"/>
                </a:lnTo>
                <a:lnTo>
                  <a:pt x="2261823" y="50799"/>
                </a:lnTo>
                <a:lnTo>
                  <a:pt x="3443458" y="50799"/>
                </a:lnTo>
                <a:lnTo>
                  <a:pt x="3511765" y="76199"/>
                </a:lnTo>
                <a:close/>
              </a:path>
              <a:path extrusionOk="0" h="5689600" w="5704205">
                <a:moveTo>
                  <a:pt x="3613477" y="101599"/>
                </a:moveTo>
                <a:lnTo>
                  <a:pt x="2091805" y="101599"/>
                </a:lnTo>
                <a:lnTo>
                  <a:pt x="2159505" y="76199"/>
                </a:lnTo>
                <a:lnTo>
                  <a:pt x="3545777" y="76199"/>
                </a:lnTo>
                <a:lnTo>
                  <a:pt x="3613477" y="101599"/>
                </a:lnTo>
                <a:close/>
              </a:path>
              <a:path extrusionOk="0" h="5689600" w="5704205">
                <a:moveTo>
                  <a:pt x="3780633" y="5549899"/>
                </a:moveTo>
                <a:lnTo>
                  <a:pt x="1924650" y="5549899"/>
                </a:lnTo>
                <a:lnTo>
                  <a:pt x="1728720" y="5473699"/>
                </a:lnTo>
                <a:lnTo>
                  <a:pt x="1696632" y="5448299"/>
                </a:lnTo>
                <a:lnTo>
                  <a:pt x="1570061" y="5397499"/>
                </a:lnTo>
                <a:lnTo>
                  <a:pt x="1538891" y="5372099"/>
                </a:lnTo>
                <a:lnTo>
                  <a:pt x="1446579" y="5333999"/>
                </a:lnTo>
                <a:lnTo>
                  <a:pt x="1416228" y="5308599"/>
                </a:lnTo>
                <a:lnTo>
                  <a:pt x="1386090" y="5295899"/>
                </a:lnTo>
                <a:lnTo>
                  <a:pt x="1356172" y="5270499"/>
                </a:lnTo>
                <a:lnTo>
                  <a:pt x="1326484" y="5257799"/>
                </a:lnTo>
                <a:lnTo>
                  <a:pt x="1297026" y="5232399"/>
                </a:lnTo>
                <a:lnTo>
                  <a:pt x="1267798" y="5219699"/>
                </a:lnTo>
                <a:lnTo>
                  <a:pt x="1238809" y="5194299"/>
                </a:lnTo>
                <a:lnTo>
                  <a:pt x="1210067" y="5181599"/>
                </a:lnTo>
                <a:lnTo>
                  <a:pt x="1181572" y="5156199"/>
                </a:lnTo>
                <a:lnTo>
                  <a:pt x="1153324" y="5143499"/>
                </a:lnTo>
                <a:lnTo>
                  <a:pt x="1125333" y="5118099"/>
                </a:lnTo>
                <a:lnTo>
                  <a:pt x="1070143" y="5067299"/>
                </a:lnTo>
                <a:lnTo>
                  <a:pt x="1042945" y="5054599"/>
                </a:lnTo>
                <a:lnTo>
                  <a:pt x="989373" y="5003799"/>
                </a:lnTo>
                <a:lnTo>
                  <a:pt x="963008" y="4978399"/>
                </a:lnTo>
                <a:lnTo>
                  <a:pt x="936924" y="4965699"/>
                </a:lnTo>
                <a:lnTo>
                  <a:pt x="885629" y="4914899"/>
                </a:lnTo>
                <a:lnTo>
                  <a:pt x="835519" y="4864099"/>
                </a:lnTo>
                <a:lnTo>
                  <a:pt x="786623" y="4813299"/>
                </a:lnTo>
                <a:lnTo>
                  <a:pt x="738973" y="4762499"/>
                </a:lnTo>
                <a:lnTo>
                  <a:pt x="692595" y="4711699"/>
                </a:lnTo>
                <a:lnTo>
                  <a:pt x="647519" y="4660899"/>
                </a:lnTo>
                <a:lnTo>
                  <a:pt x="625475" y="4622799"/>
                </a:lnTo>
                <a:lnTo>
                  <a:pt x="603770" y="4597399"/>
                </a:lnTo>
                <a:lnTo>
                  <a:pt x="582404" y="4571999"/>
                </a:lnTo>
                <a:lnTo>
                  <a:pt x="561377" y="4546599"/>
                </a:lnTo>
                <a:lnTo>
                  <a:pt x="540694" y="4521199"/>
                </a:lnTo>
                <a:lnTo>
                  <a:pt x="520363" y="4483099"/>
                </a:lnTo>
                <a:lnTo>
                  <a:pt x="500383" y="4457699"/>
                </a:lnTo>
                <a:lnTo>
                  <a:pt x="480755" y="4432299"/>
                </a:lnTo>
                <a:lnTo>
                  <a:pt x="461483" y="4406899"/>
                </a:lnTo>
                <a:lnTo>
                  <a:pt x="442575" y="4368799"/>
                </a:lnTo>
                <a:lnTo>
                  <a:pt x="424030" y="4343399"/>
                </a:lnTo>
                <a:lnTo>
                  <a:pt x="405847" y="4317999"/>
                </a:lnTo>
                <a:lnTo>
                  <a:pt x="388034" y="4279899"/>
                </a:lnTo>
                <a:lnTo>
                  <a:pt x="370593" y="4254499"/>
                </a:lnTo>
                <a:lnTo>
                  <a:pt x="353527" y="4216399"/>
                </a:lnTo>
                <a:lnTo>
                  <a:pt x="336835" y="4190999"/>
                </a:lnTo>
                <a:lnTo>
                  <a:pt x="320521" y="4165599"/>
                </a:lnTo>
                <a:lnTo>
                  <a:pt x="304591" y="4127499"/>
                </a:lnTo>
                <a:lnTo>
                  <a:pt x="289045" y="4102099"/>
                </a:lnTo>
                <a:lnTo>
                  <a:pt x="273883" y="4063999"/>
                </a:lnTo>
                <a:lnTo>
                  <a:pt x="259109" y="4038599"/>
                </a:lnTo>
                <a:lnTo>
                  <a:pt x="244727" y="4000499"/>
                </a:lnTo>
                <a:lnTo>
                  <a:pt x="230739" y="3975099"/>
                </a:lnTo>
                <a:lnTo>
                  <a:pt x="217143" y="3936999"/>
                </a:lnTo>
                <a:lnTo>
                  <a:pt x="203944" y="3911599"/>
                </a:lnTo>
                <a:lnTo>
                  <a:pt x="191146" y="3873499"/>
                </a:lnTo>
                <a:lnTo>
                  <a:pt x="178749" y="3835399"/>
                </a:lnTo>
                <a:lnTo>
                  <a:pt x="166753" y="3809999"/>
                </a:lnTo>
                <a:lnTo>
                  <a:pt x="155161" y="3771899"/>
                </a:lnTo>
                <a:lnTo>
                  <a:pt x="143977" y="3746499"/>
                </a:lnTo>
                <a:lnTo>
                  <a:pt x="133201" y="3708399"/>
                </a:lnTo>
                <a:lnTo>
                  <a:pt x="122833" y="3670299"/>
                </a:lnTo>
                <a:lnTo>
                  <a:pt x="112876" y="3644899"/>
                </a:lnTo>
                <a:lnTo>
                  <a:pt x="103333" y="3606799"/>
                </a:lnTo>
                <a:lnTo>
                  <a:pt x="94204" y="3568699"/>
                </a:lnTo>
                <a:lnTo>
                  <a:pt x="85489" y="3543299"/>
                </a:lnTo>
                <a:lnTo>
                  <a:pt x="77191" y="3505199"/>
                </a:lnTo>
                <a:lnTo>
                  <a:pt x="69312" y="3467099"/>
                </a:lnTo>
                <a:lnTo>
                  <a:pt x="61852" y="3441699"/>
                </a:lnTo>
                <a:lnTo>
                  <a:pt x="54811" y="3403599"/>
                </a:lnTo>
                <a:lnTo>
                  <a:pt x="48192" y="3365499"/>
                </a:lnTo>
                <a:lnTo>
                  <a:pt x="41997" y="3340099"/>
                </a:lnTo>
                <a:lnTo>
                  <a:pt x="36224" y="3301999"/>
                </a:lnTo>
                <a:lnTo>
                  <a:pt x="30875" y="3263899"/>
                </a:lnTo>
                <a:lnTo>
                  <a:pt x="25950" y="3225799"/>
                </a:lnTo>
                <a:lnTo>
                  <a:pt x="21452" y="3200399"/>
                </a:lnTo>
                <a:lnTo>
                  <a:pt x="17381" y="3162299"/>
                </a:lnTo>
                <a:lnTo>
                  <a:pt x="13736" y="3124199"/>
                </a:lnTo>
                <a:lnTo>
                  <a:pt x="10518" y="3086099"/>
                </a:lnTo>
                <a:lnTo>
                  <a:pt x="7728" y="3060699"/>
                </a:lnTo>
                <a:lnTo>
                  <a:pt x="5368" y="3022599"/>
                </a:lnTo>
                <a:lnTo>
                  <a:pt x="3435" y="2984499"/>
                </a:lnTo>
                <a:lnTo>
                  <a:pt x="1932" y="2946399"/>
                </a:lnTo>
                <a:lnTo>
                  <a:pt x="858" y="2920999"/>
                </a:lnTo>
                <a:lnTo>
                  <a:pt x="214" y="2882899"/>
                </a:lnTo>
                <a:lnTo>
                  <a:pt x="0" y="2844799"/>
                </a:lnTo>
                <a:lnTo>
                  <a:pt x="214" y="2806699"/>
                </a:lnTo>
                <a:lnTo>
                  <a:pt x="1932" y="2743199"/>
                </a:lnTo>
                <a:lnTo>
                  <a:pt x="3435" y="2705099"/>
                </a:lnTo>
                <a:lnTo>
                  <a:pt x="5368" y="2666999"/>
                </a:lnTo>
                <a:lnTo>
                  <a:pt x="7728" y="2641599"/>
                </a:lnTo>
                <a:lnTo>
                  <a:pt x="10518" y="2603499"/>
                </a:lnTo>
                <a:lnTo>
                  <a:pt x="13736" y="2565399"/>
                </a:lnTo>
                <a:lnTo>
                  <a:pt x="17381" y="2527299"/>
                </a:lnTo>
                <a:lnTo>
                  <a:pt x="21452" y="2501899"/>
                </a:lnTo>
                <a:lnTo>
                  <a:pt x="25950" y="2463799"/>
                </a:lnTo>
                <a:lnTo>
                  <a:pt x="30875" y="2425699"/>
                </a:lnTo>
                <a:lnTo>
                  <a:pt x="36224" y="2387599"/>
                </a:lnTo>
                <a:lnTo>
                  <a:pt x="41997" y="2362199"/>
                </a:lnTo>
                <a:lnTo>
                  <a:pt x="48192" y="2324099"/>
                </a:lnTo>
                <a:lnTo>
                  <a:pt x="54811" y="2285999"/>
                </a:lnTo>
                <a:lnTo>
                  <a:pt x="61852" y="2260599"/>
                </a:lnTo>
                <a:lnTo>
                  <a:pt x="69312" y="2222499"/>
                </a:lnTo>
                <a:lnTo>
                  <a:pt x="77191" y="2184399"/>
                </a:lnTo>
                <a:lnTo>
                  <a:pt x="85489" y="2158999"/>
                </a:lnTo>
                <a:lnTo>
                  <a:pt x="94204" y="2120899"/>
                </a:lnTo>
                <a:lnTo>
                  <a:pt x="103333" y="2082799"/>
                </a:lnTo>
                <a:lnTo>
                  <a:pt x="112876" y="2057399"/>
                </a:lnTo>
                <a:lnTo>
                  <a:pt x="122833" y="2019299"/>
                </a:lnTo>
                <a:lnTo>
                  <a:pt x="133201" y="1981199"/>
                </a:lnTo>
                <a:lnTo>
                  <a:pt x="143977" y="1955799"/>
                </a:lnTo>
                <a:lnTo>
                  <a:pt x="155161" y="1917699"/>
                </a:lnTo>
                <a:lnTo>
                  <a:pt x="166752" y="1879599"/>
                </a:lnTo>
                <a:lnTo>
                  <a:pt x="178749" y="1854199"/>
                </a:lnTo>
                <a:lnTo>
                  <a:pt x="191146" y="1816099"/>
                </a:lnTo>
                <a:lnTo>
                  <a:pt x="203944" y="1790699"/>
                </a:lnTo>
                <a:lnTo>
                  <a:pt x="217143" y="1752599"/>
                </a:lnTo>
                <a:lnTo>
                  <a:pt x="230739" y="1727199"/>
                </a:lnTo>
                <a:lnTo>
                  <a:pt x="244727" y="1689099"/>
                </a:lnTo>
                <a:lnTo>
                  <a:pt x="259109" y="1663699"/>
                </a:lnTo>
                <a:lnTo>
                  <a:pt x="273883" y="1625599"/>
                </a:lnTo>
                <a:lnTo>
                  <a:pt x="289045" y="1600199"/>
                </a:lnTo>
                <a:lnTo>
                  <a:pt x="304591" y="1562099"/>
                </a:lnTo>
                <a:lnTo>
                  <a:pt x="320521" y="1536699"/>
                </a:lnTo>
                <a:lnTo>
                  <a:pt x="336835" y="1498599"/>
                </a:lnTo>
                <a:lnTo>
                  <a:pt x="353527" y="1473199"/>
                </a:lnTo>
                <a:lnTo>
                  <a:pt x="370594" y="1435099"/>
                </a:lnTo>
                <a:lnTo>
                  <a:pt x="388034" y="1409699"/>
                </a:lnTo>
                <a:lnTo>
                  <a:pt x="405848" y="1384299"/>
                </a:lnTo>
                <a:lnTo>
                  <a:pt x="424030" y="1346199"/>
                </a:lnTo>
                <a:lnTo>
                  <a:pt x="442576" y="1320799"/>
                </a:lnTo>
                <a:lnTo>
                  <a:pt x="461484" y="1295399"/>
                </a:lnTo>
                <a:lnTo>
                  <a:pt x="480755" y="1257299"/>
                </a:lnTo>
                <a:lnTo>
                  <a:pt x="500384" y="1231899"/>
                </a:lnTo>
                <a:lnTo>
                  <a:pt x="520364" y="1206499"/>
                </a:lnTo>
                <a:lnTo>
                  <a:pt x="540695" y="1181099"/>
                </a:lnTo>
                <a:lnTo>
                  <a:pt x="561377" y="1142999"/>
                </a:lnTo>
                <a:lnTo>
                  <a:pt x="603770" y="1092199"/>
                </a:lnTo>
                <a:lnTo>
                  <a:pt x="647519" y="1041399"/>
                </a:lnTo>
                <a:lnTo>
                  <a:pt x="669895" y="1015999"/>
                </a:lnTo>
                <a:lnTo>
                  <a:pt x="692595" y="977899"/>
                </a:lnTo>
                <a:lnTo>
                  <a:pt x="738973" y="927099"/>
                </a:lnTo>
                <a:lnTo>
                  <a:pt x="786623" y="876299"/>
                </a:lnTo>
                <a:lnTo>
                  <a:pt x="835519" y="825499"/>
                </a:lnTo>
                <a:lnTo>
                  <a:pt x="885629" y="774699"/>
                </a:lnTo>
                <a:lnTo>
                  <a:pt x="911128" y="761999"/>
                </a:lnTo>
                <a:lnTo>
                  <a:pt x="936925" y="736599"/>
                </a:lnTo>
                <a:lnTo>
                  <a:pt x="963009" y="711199"/>
                </a:lnTo>
                <a:lnTo>
                  <a:pt x="989374" y="685799"/>
                </a:lnTo>
                <a:lnTo>
                  <a:pt x="1042945" y="634999"/>
                </a:lnTo>
                <a:lnTo>
                  <a:pt x="1070143" y="622299"/>
                </a:lnTo>
                <a:lnTo>
                  <a:pt x="1125332" y="571499"/>
                </a:lnTo>
                <a:lnTo>
                  <a:pt x="1153324" y="558799"/>
                </a:lnTo>
                <a:lnTo>
                  <a:pt x="1210066" y="507999"/>
                </a:lnTo>
                <a:lnTo>
                  <a:pt x="1238808" y="495299"/>
                </a:lnTo>
                <a:lnTo>
                  <a:pt x="1267797" y="469899"/>
                </a:lnTo>
                <a:lnTo>
                  <a:pt x="1297025" y="457199"/>
                </a:lnTo>
                <a:lnTo>
                  <a:pt x="1326483" y="431799"/>
                </a:lnTo>
                <a:lnTo>
                  <a:pt x="1356171" y="419099"/>
                </a:lnTo>
                <a:lnTo>
                  <a:pt x="1386089" y="393699"/>
                </a:lnTo>
                <a:lnTo>
                  <a:pt x="1446579" y="368299"/>
                </a:lnTo>
                <a:lnTo>
                  <a:pt x="1477141" y="342899"/>
                </a:lnTo>
                <a:lnTo>
                  <a:pt x="1538891" y="317499"/>
                </a:lnTo>
                <a:lnTo>
                  <a:pt x="1570061" y="292099"/>
                </a:lnTo>
                <a:lnTo>
                  <a:pt x="1728720" y="228599"/>
                </a:lnTo>
                <a:lnTo>
                  <a:pt x="2058127" y="101599"/>
                </a:lnTo>
                <a:lnTo>
                  <a:pt x="3647156" y="101599"/>
                </a:lnTo>
                <a:lnTo>
                  <a:pt x="3976562" y="228599"/>
                </a:lnTo>
                <a:lnTo>
                  <a:pt x="4135221" y="292099"/>
                </a:lnTo>
                <a:lnTo>
                  <a:pt x="4166391" y="317499"/>
                </a:lnTo>
                <a:lnTo>
                  <a:pt x="4228141" y="342899"/>
                </a:lnTo>
                <a:lnTo>
                  <a:pt x="4258704" y="368299"/>
                </a:lnTo>
                <a:lnTo>
                  <a:pt x="4319193" y="393699"/>
                </a:lnTo>
                <a:lnTo>
                  <a:pt x="4349110" y="419099"/>
                </a:lnTo>
                <a:lnTo>
                  <a:pt x="4378798" y="431799"/>
                </a:lnTo>
                <a:lnTo>
                  <a:pt x="4408256" y="457199"/>
                </a:lnTo>
                <a:lnTo>
                  <a:pt x="4437484" y="469899"/>
                </a:lnTo>
                <a:lnTo>
                  <a:pt x="4466474" y="495299"/>
                </a:lnTo>
                <a:lnTo>
                  <a:pt x="4495215" y="507999"/>
                </a:lnTo>
                <a:lnTo>
                  <a:pt x="4551957" y="558799"/>
                </a:lnTo>
                <a:lnTo>
                  <a:pt x="4579949" y="571499"/>
                </a:lnTo>
                <a:lnTo>
                  <a:pt x="4635139" y="622299"/>
                </a:lnTo>
                <a:lnTo>
                  <a:pt x="4662337" y="634999"/>
                </a:lnTo>
                <a:lnTo>
                  <a:pt x="4715910" y="685799"/>
                </a:lnTo>
                <a:lnTo>
                  <a:pt x="4742275" y="711199"/>
                </a:lnTo>
                <a:lnTo>
                  <a:pt x="4768359" y="736599"/>
                </a:lnTo>
                <a:lnTo>
                  <a:pt x="4794154" y="761999"/>
                </a:lnTo>
                <a:lnTo>
                  <a:pt x="4819653" y="774699"/>
                </a:lnTo>
                <a:lnTo>
                  <a:pt x="4869763" y="825499"/>
                </a:lnTo>
                <a:lnTo>
                  <a:pt x="4918659" y="876299"/>
                </a:lnTo>
                <a:lnTo>
                  <a:pt x="4966309" y="927099"/>
                </a:lnTo>
                <a:lnTo>
                  <a:pt x="5012688" y="977899"/>
                </a:lnTo>
                <a:lnTo>
                  <a:pt x="5035389" y="1015999"/>
                </a:lnTo>
                <a:lnTo>
                  <a:pt x="5057764" y="1041399"/>
                </a:lnTo>
                <a:lnTo>
                  <a:pt x="5101512" y="1092199"/>
                </a:lnTo>
                <a:lnTo>
                  <a:pt x="5143905" y="1142999"/>
                </a:lnTo>
                <a:lnTo>
                  <a:pt x="5164587" y="1181099"/>
                </a:lnTo>
                <a:lnTo>
                  <a:pt x="5184917" y="1206499"/>
                </a:lnTo>
                <a:lnTo>
                  <a:pt x="5204897" y="1231899"/>
                </a:lnTo>
                <a:lnTo>
                  <a:pt x="5224525" y="1257299"/>
                </a:lnTo>
                <a:lnTo>
                  <a:pt x="5243797" y="1295399"/>
                </a:lnTo>
                <a:lnTo>
                  <a:pt x="5262706" y="1320799"/>
                </a:lnTo>
                <a:lnTo>
                  <a:pt x="5281251" y="1346199"/>
                </a:lnTo>
                <a:lnTo>
                  <a:pt x="5299433" y="1384299"/>
                </a:lnTo>
                <a:lnTo>
                  <a:pt x="5317248" y="1409699"/>
                </a:lnTo>
                <a:lnTo>
                  <a:pt x="5334688" y="1435099"/>
                </a:lnTo>
                <a:lnTo>
                  <a:pt x="5351755" y="1473199"/>
                </a:lnTo>
                <a:lnTo>
                  <a:pt x="5368448" y="1498599"/>
                </a:lnTo>
                <a:lnTo>
                  <a:pt x="5384761" y="1536699"/>
                </a:lnTo>
                <a:lnTo>
                  <a:pt x="5400691" y="1562099"/>
                </a:lnTo>
                <a:lnTo>
                  <a:pt x="5416237" y="1600199"/>
                </a:lnTo>
                <a:lnTo>
                  <a:pt x="5431399" y="1625599"/>
                </a:lnTo>
                <a:lnTo>
                  <a:pt x="5446173" y="1663699"/>
                </a:lnTo>
                <a:lnTo>
                  <a:pt x="5460553" y="1689099"/>
                </a:lnTo>
                <a:lnTo>
                  <a:pt x="5474542" y="1727199"/>
                </a:lnTo>
                <a:lnTo>
                  <a:pt x="5488138" y="1752599"/>
                </a:lnTo>
                <a:lnTo>
                  <a:pt x="5501337" y="1790699"/>
                </a:lnTo>
                <a:lnTo>
                  <a:pt x="5514135" y="1816099"/>
                </a:lnTo>
                <a:lnTo>
                  <a:pt x="5526532" y="1854199"/>
                </a:lnTo>
                <a:lnTo>
                  <a:pt x="5538528" y="1879599"/>
                </a:lnTo>
                <a:lnTo>
                  <a:pt x="5550120" y="1917699"/>
                </a:lnTo>
                <a:lnTo>
                  <a:pt x="5561304" y="1955799"/>
                </a:lnTo>
                <a:lnTo>
                  <a:pt x="5572080" y="1981199"/>
                </a:lnTo>
                <a:lnTo>
                  <a:pt x="5582448" y="2019299"/>
                </a:lnTo>
                <a:lnTo>
                  <a:pt x="5592406" y="2057399"/>
                </a:lnTo>
                <a:lnTo>
                  <a:pt x="5601949" y="2082799"/>
                </a:lnTo>
                <a:lnTo>
                  <a:pt x="5611078" y="2120899"/>
                </a:lnTo>
                <a:lnTo>
                  <a:pt x="5619793" y="2158999"/>
                </a:lnTo>
                <a:lnTo>
                  <a:pt x="5628091" y="2184399"/>
                </a:lnTo>
                <a:lnTo>
                  <a:pt x="5635970" y="2222499"/>
                </a:lnTo>
                <a:lnTo>
                  <a:pt x="5643429" y="2260599"/>
                </a:lnTo>
                <a:lnTo>
                  <a:pt x="5650470" y="2285999"/>
                </a:lnTo>
                <a:lnTo>
                  <a:pt x="5657089" y="2324099"/>
                </a:lnTo>
                <a:lnTo>
                  <a:pt x="5663286" y="2362199"/>
                </a:lnTo>
                <a:lnTo>
                  <a:pt x="5669058" y="2387599"/>
                </a:lnTo>
                <a:lnTo>
                  <a:pt x="5674408" y="2425699"/>
                </a:lnTo>
                <a:lnTo>
                  <a:pt x="5679332" y="2463799"/>
                </a:lnTo>
                <a:lnTo>
                  <a:pt x="5683830" y="2501899"/>
                </a:lnTo>
                <a:lnTo>
                  <a:pt x="5687902" y="2527299"/>
                </a:lnTo>
                <a:lnTo>
                  <a:pt x="5691547" y="2565399"/>
                </a:lnTo>
                <a:lnTo>
                  <a:pt x="5694765" y="2603499"/>
                </a:lnTo>
                <a:lnTo>
                  <a:pt x="5697554" y="2641599"/>
                </a:lnTo>
                <a:lnTo>
                  <a:pt x="5699915" y="2666999"/>
                </a:lnTo>
                <a:lnTo>
                  <a:pt x="5701848" y="2705099"/>
                </a:lnTo>
                <a:lnTo>
                  <a:pt x="5703351" y="2743199"/>
                </a:lnTo>
                <a:lnTo>
                  <a:pt x="5703702" y="2755899"/>
                </a:lnTo>
                <a:lnTo>
                  <a:pt x="5703702" y="2933699"/>
                </a:lnTo>
                <a:lnTo>
                  <a:pt x="5701848" y="2984499"/>
                </a:lnTo>
                <a:lnTo>
                  <a:pt x="5699915" y="3022599"/>
                </a:lnTo>
                <a:lnTo>
                  <a:pt x="5697554" y="3060699"/>
                </a:lnTo>
                <a:lnTo>
                  <a:pt x="5694765" y="3086099"/>
                </a:lnTo>
                <a:lnTo>
                  <a:pt x="5691547" y="3124199"/>
                </a:lnTo>
                <a:lnTo>
                  <a:pt x="5687902" y="3162299"/>
                </a:lnTo>
                <a:lnTo>
                  <a:pt x="5683829" y="3200399"/>
                </a:lnTo>
                <a:lnTo>
                  <a:pt x="5679331" y="3225799"/>
                </a:lnTo>
                <a:lnTo>
                  <a:pt x="5674407" y="3263899"/>
                </a:lnTo>
                <a:lnTo>
                  <a:pt x="5669058" y="3301999"/>
                </a:lnTo>
                <a:lnTo>
                  <a:pt x="5663285" y="3340099"/>
                </a:lnTo>
                <a:lnTo>
                  <a:pt x="5657089" y="3365499"/>
                </a:lnTo>
                <a:lnTo>
                  <a:pt x="5650470" y="3403599"/>
                </a:lnTo>
                <a:lnTo>
                  <a:pt x="5643429" y="3441699"/>
                </a:lnTo>
                <a:lnTo>
                  <a:pt x="5635970" y="3467099"/>
                </a:lnTo>
                <a:lnTo>
                  <a:pt x="5628091" y="3505199"/>
                </a:lnTo>
                <a:lnTo>
                  <a:pt x="5619794" y="3543299"/>
                </a:lnTo>
                <a:lnTo>
                  <a:pt x="5611079" y="3568699"/>
                </a:lnTo>
                <a:lnTo>
                  <a:pt x="5601949" y="3606799"/>
                </a:lnTo>
                <a:lnTo>
                  <a:pt x="5592406" y="3644899"/>
                </a:lnTo>
                <a:lnTo>
                  <a:pt x="5582448" y="3670299"/>
                </a:lnTo>
                <a:lnTo>
                  <a:pt x="5572080" y="3708399"/>
                </a:lnTo>
                <a:lnTo>
                  <a:pt x="5561304" y="3746499"/>
                </a:lnTo>
                <a:lnTo>
                  <a:pt x="5550120" y="3771899"/>
                </a:lnTo>
                <a:lnTo>
                  <a:pt x="5538528" y="3809999"/>
                </a:lnTo>
                <a:lnTo>
                  <a:pt x="5526532" y="3835399"/>
                </a:lnTo>
                <a:lnTo>
                  <a:pt x="5514135" y="3873499"/>
                </a:lnTo>
                <a:lnTo>
                  <a:pt x="5501337" y="3911599"/>
                </a:lnTo>
                <a:lnTo>
                  <a:pt x="5488138" y="3936999"/>
                </a:lnTo>
                <a:lnTo>
                  <a:pt x="5474542" y="3975099"/>
                </a:lnTo>
                <a:lnTo>
                  <a:pt x="5460553" y="4000499"/>
                </a:lnTo>
                <a:lnTo>
                  <a:pt x="5446173" y="4038599"/>
                </a:lnTo>
                <a:lnTo>
                  <a:pt x="5431399" y="4063999"/>
                </a:lnTo>
                <a:lnTo>
                  <a:pt x="5416237" y="4102099"/>
                </a:lnTo>
                <a:lnTo>
                  <a:pt x="5400691" y="4127499"/>
                </a:lnTo>
                <a:lnTo>
                  <a:pt x="5384761" y="4165599"/>
                </a:lnTo>
                <a:lnTo>
                  <a:pt x="5368448" y="4190999"/>
                </a:lnTo>
                <a:lnTo>
                  <a:pt x="5351755" y="4216399"/>
                </a:lnTo>
                <a:lnTo>
                  <a:pt x="5334688" y="4254499"/>
                </a:lnTo>
                <a:lnTo>
                  <a:pt x="5317248" y="4279899"/>
                </a:lnTo>
                <a:lnTo>
                  <a:pt x="5299433" y="4317999"/>
                </a:lnTo>
                <a:lnTo>
                  <a:pt x="5281251" y="4343399"/>
                </a:lnTo>
                <a:lnTo>
                  <a:pt x="5262706" y="4368799"/>
                </a:lnTo>
                <a:lnTo>
                  <a:pt x="5243797" y="4406899"/>
                </a:lnTo>
                <a:lnTo>
                  <a:pt x="5224525" y="4432299"/>
                </a:lnTo>
                <a:lnTo>
                  <a:pt x="5204897" y="4457699"/>
                </a:lnTo>
                <a:lnTo>
                  <a:pt x="5184917" y="4483099"/>
                </a:lnTo>
                <a:lnTo>
                  <a:pt x="5164587" y="4521199"/>
                </a:lnTo>
                <a:lnTo>
                  <a:pt x="5143905" y="4546599"/>
                </a:lnTo>
                <a:lnTo>
                  <a:pt x="5122878" y="4571999"/>
                </a:lnTo>
                <a:lnTo>
                  <a:pt x="5101511" y="4597399"/>
                </a:lnTo>
                <a:lnTo>
                  <a:pt x="5079806" y="4622799"/>
                </a:lnTo>
                <a:lnTo>
                  <a:pt x="5057763" y="4660899"/>
                </a:lnTo>
                <a:lnTo>
                  <a:pt x="5012687" y="4711699"/>
                </a:lnTo>
                <a:lnTo>
                  <a:pt x="4966309" y="4762499"/>
                </a:lnTo>
                <a:lnTo>
                  <a:pt x="4918659" y="4813299"/>
                </a:lnTo>
                <a:lnTo>
                  <a:pt x="4869763" y="4864099"/>
                </a:lnTo>
                <a:lnTo>
                  <a:pt x="4819653" y="4914899"/>
                </a:lnTo>
                <a:lnTo>
                  <a:pt x="4768359" y="4965699"/>
                </a:lnTo>
                <a:lnTo>
                  <a:pt x="4742275" y="4978399"/>
                </a:lnTo>
                <a:lnTo>
                  <a:pt x="4715910" y="5003799"/>
                </a:lnTo>
                <a:lnTo>
                  <a:pt x="4662337" y="5054599"/>
                </a:lnTo>
                <a:lnTo>
                  <a:pt x="4635139" y="5067299"/>
                </a:lnTo>
                <a:lnTo>
                  <a:pt x="4579948" y="5118099"/>
                </a:lnTo>
                <a:lnTo>
                  <a:pt x="4551957" y="5143499"/>
                </a:lnTo>
                <a:lnTo>
                  <a:pt x="4523709" y="5156199"/>
                </a:lnTo>
                <a:lnTo>
                  <a:pt x="4495214" y="5181599"/>
                </a:lnTo>
                <a:lnTo>
                  <a:pt x="4466472" y="5194299"/>
                </a:lnTo>
                <a:lnTo>
                  <a:pt x="4437483" y="5219699"/>
                </a:lnTo>
                <a:lnTo>
                  <a:pt x="4408255" y="5232399"/>
                </a:lnTo>
                <a:lnTo>
                  <a:pt x="4378797" y="5257799"/>
                </a:lnTo>
                <a:lnTo>
                  <a:pt x="4349109" y="5270499"/>
                </a:lnTo>
                <a:lnTo>
                  <a:pt x="4319192" y="5295899"/>
                </a:lnTo>
                <a:lnTo>
                  <a:pt x="4289053" y="5308599"/>
                </a:lnTo>
                <a:lnTo>
                  <a:pt x="4258703" y="5333999"/>
                </a:lnTo>
                <a:lnTo>
                  <a:pt x="4166391" y="5372099"/>
                </a:lnTo>
                <a:lnTo>
                  <a:pt x="4135221" y="5397499"/>
                </a:lnTo>
                <a:lnTo>
                  <a:pt x="4008649" y="5448299"/>
                </a:lnTo>
                <a:lnTo>
                  <a:pt x="3976562" y="5473699"/>
                </a:lnTo>
                <a:lnTo>
                  <a:pt x="3780633" y="5549899"/>
                </a:lnTo>
                <a:close/>
              </a:path>
              <a:path extrusionOk="0" h="5689600" w="5704205">
                <a:moveTo>
                  <a:pt x="3613478" y="5600699"/>
                </a:moveTo>
                <a:lnTo>
                  <a:pt x="2091805" y="5600699"/>
                </a:lnTo>
                <a:lnTo>
                  <a:pt x="1957819" y="5549899"/>
                </a:lnTo>
                <a:lnTo>
                  <a:pt x="3747463" y="5549899"/>
                </a:lnTo>
                <a:lnTo>
                  <a:pt x="3613478" y="5600699"/>
                </a:lnTo>
                <a:close/>
              </a:path>
              <a:path extrusionOk="0" h="5689600" w="5704205">
                <a:moveTo>
                  <a:pt x="3511765" y="5626099"/>
                </a:moveTo>
                <a:lnTo>
                  <a:pt x="2193517" y="5626099"/>
                </a:lnTo>
                <a:lnTo>
                  <a:pt x="2125598" y="5600699"/>
                </a:lnTo>
                <a:lnTo>
                  <a:pt x="3579685" y="5600699"/>
                </a:lnTo>
                <a:lnTo>
                  <a:pt x="3511765" y="5626099"/>
                </a:lnTo>
                <a:close/>
              </a:path>
              <a:path extrusionOk="0" h="5689600" w="5704205">
                <a:moveTo>
                  <a:pt x="3443458" y="5638799"/>
                </a:moveTo>
                <a:lnTo>
                  <a:pt x="2261823" y="5638799"/>
                </a:lnTo>
                <a:lnTo>
                  <a:pt x="2227623" y="5626099"/>
                </a:lnTo>
                <a:lnTo>
                  <a:pt x="3477659" y="5626099"/>
                </a:lnTo>
                <a:lnTo>
                  <a:pt x="3443458" y="5638799"/>
                </a:lnTo>
                <a:close/>
              </a:path>
              <a:path extrusionOk="0" h="5689600" w="5704205">
                <a:moveTo>
                  <a:pt x="3374785" y="5651499"/>
                </a:moveTo>
                <a:lnTo>
                  <a:pt x="2330496" y="5651499"/>
                </a:lnTo>
                <a:lnTo>
                  <a:pt x="2296118" y="5638799"/>
                </a:lnTo>
                <a:lnTo>
                  <a:pt x="3409163" y="5638799"/>
                </a:lnTo>
                <a:lnTo>
                  <a:pt x="3374785" y="5651499"/>
                </a:lnTo>
                <a:close/>
              </a:path>
              <a:path extrusionOk="0" h="5689600" w="5704205">
                <a:moveTo>
                  <a:pt x="3305809" y="5664199"/>
                </a:moveTo>
                <a:lnTo>
                  <a:pt x="2399473" y="5664199"/>
                </a:lnTo>
                <a:lnTo>
                  <a:pt x="2364947" y="5651499"/>
                </a:lnTo>
                <a:lnTo>
                  <a:pt x="3340333" y="5651499"/>
                </a:lnTo>
                <a:lnTo>
                  <a:pt x="3305809" y="5664199"/>
                </a:lnTo>
                <a:close/>
              </a:path>
              <a:path extrusionOk="0" h="5689600" w="5704205">
                <a:moveTo>
                  <a:pt x="3236549" y="5676899"/>
                </a:moveTo>
                <a:lnTo>
                  <a:pt x="2468733" y="5676899"/>
                </a:lnTo>
                <a:lnTo>
                  <a:pt x="2434071" y="5664199"/>
                </a:lnTo>
                <a:lnTo>
                  <a:pt x="3271210" y="5664199"/>
                </a:lnTo>
                <a:lnTo>
                  <a:pt x="3236549" y="5676899"/>
                </a:lnTo>
                <a:close/>
              </a:path>
              <a:path extrusionOk="0" h="5689600" w="5704205">
                <a:moveTo>
                  <a:pt x="3132249" y="5689599"/>
                </a:moveTo>
                <a:lnTo>
                  <a:pt x="2573034" y="5689599"/>
                </a:lnTo>
                <a:lnTo>
                  <a:pt x="2538214" y="5676899"/>
                </a:lnTo>
                <a:lnTo>
                  <a:pt x="3167069" y="5676899"/>
                </a:lnTo>
                <a:lnTo>
                  <a:pt x="3132249" y="5689599"/>
                </a:lnTo>
                <a:close/>
              </a:path>
            </a:pathLst>
          </a:custGeom>
          <a:solidFill>
            <a:srgbClr val="8B00FF">
              <a:alpha val="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2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435" name="Google Shape;435;p27"/>
          <p:cNvGrpSpPr/>
          <p:nvPr/>
        </p:nvGrpSpPr>
        <p:grpSpPr>
          <a:xfrm>
            <a:off x="5609897" y="4649822"/>
            <a:ext cx="6276099" cy="1970818"/>
            <a:chOff x="6286500" y="1333500"/>
            <a:chExt cx="5143500" cy="2857500"/>
          </a:xfrm>
        </p:grpSpPr>
        <p:sp>
          <p:nvSpPr>
            <p:cNvPr id="436" name="Google Shape;436;p27"/>
            <p:cNvSpPr/>
            <p:nvPr/>
          </p:nvSpPr>
          <p:spPr>
            <a:xfrm>
              <a:off x="6286500" y="1333500"/>
              <a:ext cx="5143500" cy="2857500"/>
            </a:xfrm>
            <a:prstGeom prst="rect">
              <a:avLst/>
            </a:prstGeom>
            <a:solidFill>
              <a:srgbClr val="FF5E1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7"/>
            <p:cNvSpPr txBox="1"/>
            <p:nvPr/>
          </p:nvSpPr>
          <p:spPr>
            <a:xfrm>
              <a:off x="6477000" y="1524000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Agentes registrados en DF</a:t>
              </a:r>
              <a:endParaRPr b="1" sz="12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438" name="Google Shape;438;p27"/>
            <p:cNvGrpSpPr/>
            <p:nvPr/>
          </p:nvGrpSpPr>
          <p:grpSpPr>
            <a:xfrm>
              <a:off x="6477000" y="1905000"/>
              <a:ext cx="3810000" cy="571500"/>
              <a:chOff x="0" y="0"/>
              <a:chExt cx="3810000" cy="571500"/>
            </a:xfrm>
          </p:grpSpPr>
          <p:sp>
            <p:nvSpPr>
              <p:cNvPr id="439" name="Google Shape;439;p27"/>
              <p:cNvSpPr/>
              <p:nvPr/>
            </p:nvSpPr>
            <p:spPr>
              <a:xfrm>
                <a:off x="0" y="0"/>
                <a:ext cx="38100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7F8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7"/>
              <p:cNvSpPr/>
              <p:nvPr/>
            </p:nvSpPr>
            <p:spPr>
              <a:xfrm>
                <a:off x="0" y="0"/>
                <a:ext cx="57300" cy="571500"/>
              </a:xfrm>
              <a:prstGeom prst="rect">
                <a:avLst/>
              </a:prstGeom>
              <a:solidFill>
                <a:srgbClr val="CC22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7"/>
              <p:cNvSpPr txBox="1"/>
              <p:nvPr/>
            </p:nvSpPr>
            <p:spPr>
              <a:xfrm>
                <a:off x="190500" y="9525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D111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percepcion@Main-Container</a:t>
                </a:r>
                <a:endParaRPr b="1" sz="100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CC2222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percepcion-service</a:t>
                </a:r>
                <a:endParaRPr sz="800">
                  <a:solidFill>
                    <a:srgbClr val="CC222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42" name="Google Shape;442;p27"/>
            <p:cNvGrpSpPr/>
            <p:nvPr/>
          </p:nvGrpSpPr>
          <p:grpSpPr>
            <a:xfrm>
              <a:off x="6477000" y="2571750"/>
              <a:ext cx="3810000" cy="571500"/>
              <a:chOff x="0" y="0"/>
              <a:chExt cx="3810000" cy="571500"/>
            </a:xfrm>
          </p:grpSpPr>
          <p:sp>
            <p:nvSpPr>
              <p:cNvPr id="443" name="Google Shape;443;p27"/>
              <p:cNvSpPr/>
              <p:nvPr/>
            </p:nvSpPr>
            <p:spPr>
              <a:xfrm>
                <a:off x="0" y="0"/>
                <a:ext cx="38100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7F8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7"/>
              <p:cNvSpPr/>
              <p:nvPr/>
            </p:nvSpPr>
            <p:spPr>
              <a:xfrm>
                <a:off x="0" y="0"/>
                <a:ext cx="57300" cy="571500"/>
              </a:xfrm>
              <a:prstGeom prst="rect">
                <a:avLst/>
              </a:prstGeom>
              <a:solidFill>
                <a:srgbClr val="005BB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7"/>
              <p:cNvSpPr txBox="1"/>
              <p:nvPr/>
            </p:nvSpPr>
            <p:spPr>
              <a:xfrm>
                <a:off x="190500" y="9525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D111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cerebro@Main-Container</a:t>
                </a:r>
                <a:endParaRPr b="1" sz="100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005BB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cerebro-service</a:t>
                </a:r>
                <a:endParaRPr sz="800">
                  <a:solidFill>
                    <a:srgbClr val="005BB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46" name="Google Shape;446;p27"/>
            <p:cNvGrpSpPr/>
            <p:nvPr/>
          </p:nvGrpSpPr>
          <p:grpSpPr>
            <a:xfrm>
              <a:off x="6477000" y="3238500"/>
              <a:ext cx="3810000" cy="571500"/>
              <a:chOff x="0" y="0"/>
              <a:chExt cx="3810000" cy="571500"/>
            </a:xfrm>
          </p:grpSpPr>
          <p:sp>
            <p:nvSpPr>
              <p:cNvPr id="447" name="Google Shape;447;p27"/>
              <p:cNvSpPr/>
              <p:nvPr/>
            </p:nvSpPr>
            <p:spPr>
              <a:xfrm>
                <a:off x="0" y="0"/>
                <a:ext cx="38100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7F8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7"/>
              <p:cNvSpPr/>
              <p:nvPr/>
            </p:nvSpPr>
            <p:spPr>
              <a:xfrm>
                <a:off x="0" y="0"/>
                <a:ext cx="57300" cy="571500"/>
              </a:xfrm>
              <a:prstGeom prst="rect">
                <a:avLst/>
              </a:prstGeom>
              <a:solidFill>
                <a:srgbClr val="00963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7"/>
              <p:cNvSpPr txBox="1"/>
              <p:nvPr/>
            </p:nvSpPr>
            <p:spPr>
              <a:xfrm>
                <a:off x="190500" y="9525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D111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interfaz@Main-Container</a:t>
                </a:r>
                <a:endParaRPr b="1" sz="100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00963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interfaz-service</a:t>
                </a:r>
                <a:endParaRPr sz="800">
                  <a:solidFill>
                    <a:srgbClr val="00963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grpSp>
        <p:nvGrpSpPr>
          <p:cNvPr id="450" name="Google Shape;450;p27"/>
          <p:cNvGrpSpPr/>
          <p:nvPr/>
        </p:nvGrpSpPr>
        <p:grpSpPr>
          <a:xfrm>
            <a:off x="7240099" y="678958"/>
            <a:ext cx="4712357" cy="3509844"/>
            <a:chOff x="8428950" y="1018575"/>
            <a:chExt cx="2309526" cy="1720174"/>
          </a:xfrm>
        </p:grpSpPr>
        <p:pic>
          <p:nvPicPr>
            <p:cNvPr id="451" name="Google Shape;451;p27"/>
            <p:cNvPicPr preferRelativeResize="0"/>
            <p:nvPr/>
          </p:nvPicPr>
          <p:blipFill rotWithShape="1">
            <a:blip r:embed="rId4">
              <a:alphaModFix/>
            </a:blip>
            <a:srcRect b="15381" l="11266" r="12094" t="21813"/>
            <a:stretch/>
          </p:blipFill>
          <p:spPr>
            <a:xfrm>
              <a:off x="8428950" y="1018575"/>
              <a:ext cx="2309526" cy="1720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27"/>
            <p:cNvSpPr txBox="1"/>
            <p:nvPr/>
          </p:nvSpPr>
          <p:spPr>
            <a:xfrm>
              <a:off x="8898323" y="1240889"/>
              <a:ext cx="1395000" cy="2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545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22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DF</a:t>
              </a:r>
              <a:endParaRPr sz="1522"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639"/>
                </a:spcBef>
                <a:spcAft>
                  <a:spcPts val="0"/>
                </a:spcAft>
                <a:buNone/>
              </a:pPr>
              <a:r>
                <a:rPr lang="en-US" sz="812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YELLOW PAGES</a:t>
              </a:r>
              <a:endParaRPr sz="812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53" name="Google Shape;453;p27"/>
            <p:cNvSpPr txBox="1"/>
            <p:nvPr/>
          </p:nvSpPr>
          <p:spPr>
            <a:xfrm>
              <a:off x="8626633" y="2226498"/>
              <a:ext cx="451200" cy="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800">
              <a:spAutoFit/>
            </a:bodyPr>
            <a:lstStyle/>
            <a:p>
              <a:pPr indent="0" lvl="0" marL="12889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64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Agente A</a:t>
              </a:r>
              <a:endParaRPr sz="964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54" name="Google Shape;454;p27"/>
            <p:cNvSpPr txBox="1"/>
            <p:nvPr/>
          </p:nvSpPr>
          <p:spPr>
            <a:xfrm>
              <a:off x="8620647" y="2484520"/>
              <a:ext cx="428100" cy="5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1575">
              <a:spAutoFit/>
            </a:bodyPr>
            <a:lstStyle/>
            <a:p>
              <a:pPr indent="0" lvl="0" marL="12889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0">
                  <a:solidFill>
                    <a:srgbClr val="66666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PROVEEDOR</a:t>
              </a:r>
              <a:endParaRPr sz="710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55" name="Google Shape;455;p27"/>
            <p:cNvSpPr txBox="1"/>
            <p:nvPr/>
          </p:nvSpPr>
          <p:spPr>
            <a:xfrm>
              <a:off x="10287182" y="2226498"/>
              <a:ext cx="451200" cy="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800">
              <a:spAutoFit/>
            </a:bodyPr>
            <a:lstStyle/>
            <a:p>
              <a:pPr indent="0" lvl="0" marL="12889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64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Agente B</a:t>
              </a:r>
              <a:endParaRPr sz="964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56" name="Google Shape;456;p27"/>
            <p:cNvSpPr txBox="1"/>
            <p:nvPr/>
          </p:nvSpPr>
          <p:spPr>
            <a:xfrm>
              <a:off x="10331383" y="2484520"/>
              <a:ext cx="338100" cy="5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1575">
              <a:spAutoFit/>
            </a:bodyPr>
            <a:lstStyle/>
            <a:p>
              <a:pPr indent="0" lvl="0" marL="12889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0">
                  <a:solidFill>
                    <a:srgbClr val="66666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CLIENTE</a:t>
              </a:r>
              <a:endParaRPr sz="710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57" name="Google Shape;457;p27"/>
            <p:cNvSpPr txBox="1"/>
            <p:nvPr/>
          </p:nvSpPr>
          <p:spPr>
            <a:xfrm rot="-2340503">
              <a:off x="8861138" y="1557094"/>
              <a:ext cx="438966" cy="58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6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61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regis</a:t>
              </a:r>
              <a:r>
                <a:rPr baseline="30000" lang="en-US" sz="1142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ter()</a:t>
              </a:r>
              <a:endParaRPr baseline="30000" sz="1142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58" name="Google Shape;458;p27"/>
            <p:cNvSpPr txBox="1"/>
            <p:nvPr/>
          </p:nvSpPr>
          <p:spPr>
            <a:xfrm rot="2340252">
              <a:off x="10014435" y="1681361"/>
              <a:ext cx="530048" cy="58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6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aseline="30000" lang="en-US" sz="1142">
                  <a:solidFill>
                    <a:srgbClr val="8B00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sea</a:t>
              </a:r>
              <a:r>
                <a:rPr lang="en-US" sz="761">
                  <a:solidFill>
                    <a:srgbClr val="8B00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rch()</a:t>
              </a:r>
              <a:endParaRPr sz="761"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459" name="Google Shape;459;p27"/>
            <p:cNvGrpSpPr/>
            <p:nvPr/>
          </p:nvGrpSpPr>
          <p:grpSpPr>
            <a:xfrm>
              <a:off x="8961024" y="2250348"/>
              <a:ext cx="1268422" cy="43911"/>
              <a:chOff x="7115347" y="5007973"/>
              <a:chExt cx="2549591" cy="88264"/>
            </a:xfrm>
          </p:grpSpPr>
          <p:sp>
            <p:nvSpPr>
              <p:cNvPr id="460" name="Google Shape;460;p27"/>
              <p:cNvSpPr/>
              <p:nvPr/>
            </p:nvSpPr>
            <p:spPr>
              <a:xfrm>
                <a:off x="7115347" y="5051925"/>
                <a:ext cx="2549525" cy="0"/>
              </a:xfrm>
              <a:custGeom>
                <a:rect b="b" l="l" r="r" t="t"/>
                <a:pathLst>
                  <a:path extrusionOk="0" h="120000" w="2549525">
                    <a:moveTo>
                      <a:pt x="0" y="0"/>
                    </a:moveTo>
                    <a:lnTo>
                      <a:pt x="2549229" y="0"/>
                    </a:lnTo>
                  </a:path>
                </a:pathLst>
              </a:custGeom>
              <a:noFill/>
              <a:ln cap="flat" cmpd="sng" w="26725">
                <a:solidFill>
                  <a:srgbClr val="2FD5C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27"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461" name="Google Shape;461;p27"/>
              <p:cNvSpPr/>
              <p:nvPr/>
            </p:nvSpPr>
            <p:spPr>
              <a:xfrm>
                <a:off x="9576673" y="5007973"/>
                <a:ext cx="88265" cy="88264"/>
              </a:xfrm>
              <a:custGeom>
                <a:rect b="b" l="l" r="r" t="t"/>
                <a:pathLst>
                  <a:path extrusionOk="0" h="88264" w="88265">
                    <a:moveTo>
                      <a:pt x="0" y="87904"/>
                    </a:moveTo>
                    <a:lnTo>
                      <a:pt x="0" y="0"/>
                    </a:lnTo>
                    <a:lnTo>
                      <a:pt x="87904" y="43952"/>
                    </a:lnTo>
                    <a:lnTo>
                      <a:pt x="0" y="87904"/>
                    </a:lnTo>
                    <a:close/>
                  </a:path>
                </a:pathLst>
              </a:custGeom>
              <a:solidFill>
                <a:srgbClr val="2FD5C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27"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sp>
          <p:nvSpPr>
            <p:cNvPr id="462" name="Google Shape;462;p27"/>
            <p:cNvSpPr txBox="1"/>
            <p:nvPr/>
          </p:nvSpPr>
          <p:spPr>
            <a:xfrm>
              <a:off x="9189133" y="2322672"/>
              <a:ext cx="1287000" cy="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6725">
              <a:spAutoFit/>
            </a:bodyPr>
            <a:lstStyle/>
            <a:p>
              <a:pPr indent="0" lvl="0" marL="12889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2">
                  <a:solidFill>
                    <a:srgbClr val="2FD5C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COMUNICACIÓN DIRECTA (ACL)</a:t>
              </a:r>
              <a:endParaRPr sz="812"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/>
          <p:nvPr/>
        </p:nvSpPr>
        <p:spPr>
          <a:xfrm>
            <a:off x="9508" y="0"/>
            <a:ext cx="3651885" cy="2054225"/>
          </a:xfrm>
          <a:custGeom>
            <a:rect b="b" l="l" r="r" t="t"/>
            <a:pathLst>
              <a:path extrusionOk="0" h="2054225" w="3651885">
                <a:moveTo>
                  <a:pt x="2298918" y="2053799"/>
                </a:moveTo>
                <a:lnTo>
                  <a:pt x="135336" y="2053799"/>
                </a:lnTo>
                <a:lnTo>
                  <a:pt x="118537" y="2053489"/>
                </a:lnTo>
                <a:lnTo>
                  <a:pt x="68175" y="2051325"/>
                </a:lnTo>
                <a:lnTo>
                  <a:pt x="17929" y="2047308"/>
                </a:lnTo>
                <a:lnTo>
                  <a:pt x="0" y="0"/>
                </a:lnTo>
                <a:lnTo>
                  <a:pt x="3467907" y="0"/>
                </a:lnTo>
                <a:lnTo>
                  <a:pt x="3489699" y="39165"/>
                </a:lnTo>
                <a:lnTo>
                  <a:pt x="3512639" y="84049"/>
                </a:lnTo>
                <a:lnTo>
                  <a:pt x="3533911" y="129750"/>
                </a:lnTo>
                <a:lnTo>
                  <a:pt x="3553487" y="176202"/>
                </a:lnTo>
                <a:lnTo>
                  <a:pt x="3571339" y="223341"/>
                </a:lnTo>
                <a:lnTo>
                  <a:pt x="3587444" y="271105"/>
                </a:lnTo>
                <a:lnTo>
                  <a:pt x="3601781" y="319432"/>
                </a:lnTo>
                <a:lnTo>
                  <a:pt x="3614329" y="368254"/>
                </a:lnTo>
                <a:lnTo>
                  <a:pt x="3625071" y="417503"/>
                </a:lnTo>
                <a:lnTo>
                  <a:pt x="3633993" y="467113"/>
                </a:lnTo>
                <a:lnTo>
                  <a:pt x="3641084" y="517021"/>
                </a:lnTo>
                <a:lnTo>
                  <a:pt x="3646333" y="567155"/>
                </a:lnTo>
                <a:lnTo>
                  <a:pt x="3649732" y="617447"/>
                </a:lnTo>
                <a:lnTo>
                  <a:pt x="3651278" y="667829"/>
                </a:lnTo>
                <a:lnTo>
                  <a:pt x="3651278" y="701438"/>
                </a:lnTo>
                <a:lnTo>
                  <a:pt x="3649732" y="751820"/>
                </a:lnTo>
                <a:lnTo>
                  <a:pt x="3646333" y="802112"/>
                </a:lnTo>
                <a:lnTo>
                  <a:pt x="3641084" y="852247"/>
                </a:lnTo>
                <a:lnTo>
                  <a:pt x="3633993" y="902154"/>
                </a:lnTo>
                <a:lnTo>
                  <a:pt x="3625071" y="951764"/>
                </a:lnTo>
                <a:lnTo>
                  <a:pt x="3614329" y="1001013"/>
                </a:lnTo>
                <a:lnTo>
                  <a:pt x="3601781" y="1049835"/>
                </a:lnTo>
                <a:lnTo>
                  <a:pt x="3587444" y="1098162"/>
                </a:lnTo>
                <a:lnTo>
                  <a:pt x="3571339" y="1145926"/>
                </a:lnTo>
                <a:lnTo>
                  <a:pt x="3553487" y="1193065"/>
                </a:lnTo>
                <a:lnTo>
                  <a:pt x="3533911" y="1239518"/>
                </a:lnTo>
                <a:lnTo>
                  <a:pt x="3512639" y="1285218"/>
                </a:lnTo>
                <a:lnTo>
                  <a:pt x="3489700" y="1330102"/>
                </a:lnTo>
                <a:lnTo>
                  <a:pt x="3465124" y="1374112"/>
                </a:lnTo>
                <a:lnTo>
                  <a:pt x="3438944" y="1417189"/>
                </a:lnTo>
                <a:lnTo>
                  <a:pt x="3411196" y="1459273"/>
                </a:lnTo>
                <a:lnTo>
                  <a:pt x="3381919" y="1500306"/>
                </a:lnTo>
                <a:lnTo>
                  <a:pt x="3351153" y="1540233"/>
                </a:lnTo>
                <a:lnTo>
                  <a:pt x="3318935" y="1579002"/>
                </a:lnTo>
                <a:lnTo>
                  <a:pt x="3285312" y="1616560"/>
                </a:lnTo>
                <a:lnTo>
                  <a:pt x="3250332" y="1652852"/>
                </a:lnTo>
                <a:lnTo>
                  <a:pt x="3214039" y="1687833"/>
                </a:lnTo>
                <a:lnTo>
                  <a:pt x="3176482" y="1721455"/>
                </a:lnTo>
                <a:lnTo>
                  <a:pt x="3137712" y="1753673"/>
                </a:lnTo>
                <a:lnTo>
                  <a:pt x="3097785" y="1784440"/>
                </a:lnTo>
                <a:lnTo>
                  <a:pt x="3056753" y="1813716"/>
                </a:lnTo>
                <a:lnTo>
                  <a:pt x="3014668" y="1841464"/>
                </a:lnTo>
                <a:lnTo>
                  <a:pt x="2971591" y="1867644"/>
                </a:lnTo>
                <a:lnTo>
                  <a:pt x="2927581" y="1892220"/>
                </a:lnTo>
                <a:lnTo>
                  <a:pt x="2882697" y="1915159"/>
                </a:lnTo>
                <a:lnTo>
                  <a:pt x="2836997" y="1936432"/>
                </a:lnTo>
                <a:lnTo>
                  <a:pt x="2790545" y="1956008"/>
                </a:lnTo>
                <a:lnTo>
                  <a:pt x="2743405" y="1973860"/>
                </a:lnTo>
                <a:lnTo>
                  <a:pt x="2695641" y="1989965"/>
                </a:lnTo>
                <a:lnTo>
                  <a:pt x="2647314" y="2004301"/>
                </a:lnTo>
                <a:lnTo>
                  <a:pt x="2598492" y="2016849"/>
                </a:lnTo>
                <a:lnTo>
                  <a:pt x="2549244" y="2027591"/>
                </a:lnTo>
                <a:lnTo>
                  <a:pt x="2499634" y="2036514"/>
                </a:lnTo>
                <a:lnTo>
                  <a:pt x="2449726" y="2043604"/>
                </a:lnTo>
                <a:lnTo>
                  <a:pt x="2399591" y="2048853"/>
                </a:lnTo>
                <a:lnTo>
                  <a:pt x="2349303" y="2052252"/>
                </a:lnTo>
                <a:lnTo>
                  <a:pt x="2298918" y="2053799"/>
                </a:lnTo>
                <a:close/>
              </a:path>
            </a:pathLst>
          </a:custGeom>
          <a:solidFill>
            <a:srgbClr val="FF5E1F">
              <a:alpha val="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8" name="Google Shape;468;p28"/>
          <p:cNvSpPr txBox="1"/>
          <p:nvPr/>
        </p:nvSpPr>
        <p:spPr>
          <a:xfrm>
            <a:off x="752758" y="348634"/>
            <a:ext cx="3763137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NUTRIFY / PERFORMANCE METRICS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$PPTXTitle" id="469" name="Google Shape;469;p28"/>
          <p:cNvSpPr txBox="1"/>
          <p:nvPr>
            <p:ph type="title"/>
          </p:nvPr>
        </p:nvSpPr>
        <p:spPr>
          <a:xfrm>
            <a:off x="752759" y="550272"/>
            <a:ext cx="11236960" cy="6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lus Jakarta Sans"/>
                <a:ea typeface="Plus Jakarta Sans"/>
                <a:cs typeface="Plus Jakarta Sans"/>
                <a:sym typeface="Plus Jakarta Sans"/>
              </a:rPr>
              <a:t>Demostración y Resultados</a:t>
            </a:r>
            <a:endParaRPr/>
          </a:p>
        </p:txBody>
      </p:sp>
      <p:sp>
        <p:nvSpPr>
          <p:cNvPr id="470" name="Google Shape;470;p28"/>
          <p:cNvSpPr/>
          <p:nvPr/>
        </p:nvSpPr>
        <p:spPr>
          <a:xfrm>
            <a:off x="8529502" y="4792542"/>
            <a:ext cx="3649979" cy="2044700"/>
          </a:xfrm>
          <a:custGeom>
            <a:rect b="b" l="l" r="r" t="t"/>
            <a:pathLst>
              <a:path extrusionOk="0" h="2044700" w="3649979">
                <a:moveTo>
                  <a:pt x="3649697" y="2044290"/>
                </a:moveTo>
                <a:lnTo>
                  <a:pt x="177905" y="2044290"/>
                </a:lnTo>
                <a:lnTo>
                  <a:pt x="169589" y="2029404"/>
                </a:lnTo>
                <a:lnTo>
                  <a:pt x="146100" y="1984802"/>
                </a:lnTo>
                <a:lnTo>
                  <a:pt x="124268" y="1939366"/>
                </a:lnTo>
                <a:lnTo>
                  <a:pt x="104125" y="1893160"/>
                </a:lnTo>
                <a:lnTo>
                  <a:pt x="85696" y="1846244"/>
                </a:lnTo>
                <a:lnTo>
                  <a:pt x="69005" y="1798679"/>
                </a:lnTo>
                <a:lnTo>
                  <a:pt x="54077" y="1750531"/>
                </a:lnTo>
                <a:lnTo>
                  <a:pt x="40931" y="1701870"/>
                </a:lnTo>
                <a:lnTo>
                  <a:pt x="29585" y="1652757"/>
                </a:lnTo>
                <a:lnTo>
                  <a:pt x="20054" y="1603257"/>
                </a:lnTo>
                <a:lnTo>
                  <a:pt x="12352" y="1553440"/>
                </a:lnTo>
                <a:lnTo>
                  <a:pt x="6490" y="1503377"/>
                </a:lnTo>
                <a:lnTo>
                  <a:pt x="2473" y="1453131"/>
                </a:lnTo>
                <a:lnTo>
                  <a:pt x="309" y="1402768"/>
                </a:lnTo>
                <a:lnTo>
                  <a:pt x="0" y="1385969"/>
                </a:lnTo>
                <a:lnTo>
                  <a:pt x="0" y="1352360"/>
                </a:lnTo>
                <a:lnTo>
                  <a:pt x="1546" y="1301977"/>
                </a:lnTo>
                <a:lnTo>
                  <a:pt x="4945" y="1251686"/>
                </a:lnTo>
                <a:lnTo>
                  <a:pt x="10194" y="1201551"/>
                </a:lnTo>
                <a:lnTo>
                  <a:pt x="17284" y="1151643"/>
                </a:lnTo>
                <a:lnTo>
                  <a:pt x="26206" y="1102033"/>
                </a:lnTo>
                <a:lnTo>
                  <a:pt x="36948" y="1052785"/>
                </a:lnTo>
                <a:lnTo>
                  <a:pt x="49496" y="1003963"/>
                </a:lnTo>
                <a:lnTo>
                  <a:pt x="63833" y="955636"/>
                </a:lnTo>
                <a:lnTo>
                  <a:pt x="79937" y="907871"/>
                </a:lnTo>
                <a:lnTo>
                  <a:pt x="97789" y="860732"/>
                </a:lnTo>
                <a:lnTo>
                  <a:pt x="117365" y="814280"/>
                </a:lnTo>
                <a:lnTo>
                  <a:pt x="138639" y="768580"/>
                </a:lnTo>
                <a:lnTo>
                  <a:pt x="161578" y="723695"/>
                </a:lnTo>
                <a:lnTo>
                  <a:pt x="186153" y="679685"/>
                </a:lnTo>
                <a:lnTo>
                  <a:pt x="212333" y="636608"/>
                </a:lnTo>
                <a:lnTo>
                  <a:pt x="240080" y="594524"/>
                </a:lnTo>
                <a:lnTo>
                  <a:pt x="269357" y="553491"/>
                </a:lnTo>
                <a:lnTo>
                  <a:pt x="300125" y="513564"/>
                </a:lnTo>
                <a:lnTo>
                  <a:pt x="332342" y="474795"/>
                </a:lnTo>
                <a:lnTo>
                  <a:pt x="365965" y="437238"/>
                </a:lnTo>
                <a:lnTo>
                  <a:pt x="400945" y="400945"/>
                </a:lnTo>
                <a:lnTo>
                  <a:pt x="437238" y="365965"/>
                </a:lnTo>
                <a:lnTo>
                  <a:pt x="474795" y="332342"/>
                </a:lnTo>
                <a:lnTo>
                  <a:pt x="513565" y="300125"/>
                </a:lnTo>
                <a:lnTo>
                  <a:pt x="553491" y="269358"/>
                </a:lnTo>
                <a:lnTo>
                  <a:pt x="594524" y="240081"/>
                </a:lnTo>
                <a:lnTo>
                  <a:pt x="636608" y="212333"/>
                </a:lnTo>
                <a:lnTo>
                  <a:pt x="679685" y="186153"/>
                </a:lnTo>
                <a:lnTo>
                  <a:pt x="723695" y="161578"/>
                </a:lnTo>
                <a:lnTo>
                  <a:pt x="768579" y="138639"/>
                </a:lnTo>
                <a:lnTo>
                  <a:pt x="814280" y="117366"/>
                </a:lnTo>
                <a:lnTo>
                  <a:pt x="860732" y="97790"/>
                </a:lnTo>
                <a:lnTo>
                  <a:pt x="907871" y="79938"/>
                </a:lnTo>
                <a:lnTo>
                  <a:pt x="955636" y="63833"/>
                </a:lnTo>
                <a:lnTo>
                  <a:pt x="1003963" y="49497"/>
                </a:lnTo>
                <a:lnTo>
                  <a:pt x="1052785" y="36948"/>
                </a:lnTo>
                <a:lnTo>
                  <a:pt x="1102033" y="26206"/>
                </a:lnTo>
                <a:lnTo>
                  <a:pt x="1151643" y="17284"/>
                </a:lnTo>
                <a:lnTo>
                  <a:pt x="1201551" y="10194"/>
                </a:lnTo>
                <a:lnTo>
                  <a:pt x="1251686" y="4946"/>
                </a:lnTo>
                <a:lnTo>
                  <a:pt x="1301977" y="1546"/>
                </a:lnTo>
                <a:lnTo>
                  <a:pt x="1352360" y="0"/>
                </a:lnTo>
                <a:lnTo>
                  <a:pt x="3515941" y="0"/>
                </a:lnTo>
                <a:lnTo>
                  <a:pt x="3566324" y="1546"/>
                </a:lnTo>
                <a:lnTo>
                  <a:pt x="3616615" y="4946"/>
                </a:lnTo>
                <a:lnTo>
                  <a:pt x="3649697" y="8201"/>
                </a:lnTo>
                <a:lnTo>
                  <a:pt x="3649697" y="2044290"/>
                </a:lnTo>
                <a:close/>
              </a:path>
            </a:pathLst>
          </a:custGeom>
          <a:solidFill>
            <a:srgbClr val="8B00FF">
              <a:alpha val="51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471" name="Google Shape;471;p28"/>
          <p:cNvGrpSpPr/>
          <p:nvPr/>
        </p:nvGrpSpPr>
        <p:grpSpPr>
          <a:xfrm>
            <a:off x="7197842" y="4269177"/>
            <a:ext cx="4773945" cy="2434062"/>
            <a:chOff x="7198166" y="4269454"/>
            <a:chExt cx="4222115" cy="1816735"/>
          </a:xfrm>
        </p:grpSpPr>
        <p:sp>
          <p:nvSpPr>
            <p:cNvPr id="472" name="Google Shape;472;p28"/>
            <p:cNvSpPr/>
            <p:nvPr/>
          </p:nvSpPr>
          <p:spPr>
            <a:xfrm>
              <a:off x="7198166" y="4269454"/>
              <a:ext cx="4222115" cy="1816735"/>
            </a:xfrm>
            <a:custGeom>
              <a:rect b="b" l="l" r="r" t="t"/>
              <a:pathLst>
                <a:path extrusionOk="0" h="1816735" w="4222115">
                  <a:moveTo>
                    <a:pt x="4107804" y="1816182"/>
                  </a:moveTo>
                  <a:lnTo>
                    <a:pt x="114105" y="1816182"/>
                  </a:lnTo>
                  <a:lnTo>
                    <a:pt x="102865" y="1815639"/>
                  </a:lnTo>
                  <a:lnTo>
                    <a:pt x="60261" y="1802692"/>
                  </a:lnTo>
                  <a:lnTo>
                    <a:pt x="25855" y="1774428"/>
                  </a:lnTo>
                  <a:lnTo>
                    <a:pt x="4885" y="1735149"/>
                  </a:lnTo>
                  <a:lnTo>
                    <a:pt x="0" y="1702076"/>
                  </a:lnTo>
                  <a:lnTo>
                    <a:pt x="0" y="114105"/>
                  </a:lnTo>
                  <a:lnTo>
                    <a:pt x="8684" y="70438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4107804" y="0"/>
                  </a:lnTo>
                  <a:lnTo>
                    <a:pt x="4151469" y="8685"/>
                  </a:lnTo>
                  <a:lnTo>
                    <a:pt x="4188489" y="33420"/>
                  </a:lnTo>
                  <a:lnTo>
                    <a:pt x="4213223" y="70438"/>
                  </a:lnTo>
                  <a:lnTo>
                    <a:pt x="4221910" y="114105"/>
                  </a:lnTo>
                  <a:lnTo>
                    <a:pt x="4221910" y="1702076"/>
                  </a:lnTo>
                  <a:lnTo>
                    <a:pt x="4213222" y="1745742"/>
                  </a:lnTo>
                  <a:lnTo>
                    <a:pt x="4188489" y="1782760"/>
                  </a:lnTo>
                  <a:lnTo>
                    <a:pt x="4151470" y="1807495"/>
                  </a:lnTo>
                  <a:lnTo>
                    <a:pt x="4107804" y="1816182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35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73" name="Google Shape;473;p28"/>
            <p:cNvSpPr/>
            <p:nvPr/>
          </p:nvSpPr>
          <p:spPr>
            <a:xfrm>
              <a:off x="7198166" y="4269454"/>
              <a:ext cx="4222115" cy="1816735"/>
            </a:xfrm>
            <a:custGeom>
              <a:rect b="b" l="l" r="r" t="t"/>
              <a:pathLst>
                <a:path extrusionOk="0" h="1816735" w="4222115">
                  <a:moveTo>
                    <a:pt x="4107805" y="1816182"/>
                  </a:moveTo>
                  <a:lnTo>
                    <a:pt x="114105" y="1816182"/>
                  </a:lnTo>
                  <a:lnTo>
                    <a:pt x="102865" y="1815639"/>
                  </a:lnTo>
                  <a:lnTo>
                    <a:pt x="60261" y="1802692"/>
                  </a:lnTo>
                  <a:lnTo>
                    <a:pt x="25855" y="1774428"/>
                  </a:lnTo>
                  <a:lnTo>
                    <a:pt x="4885" y="1735149"/>
                  </a:lnTo>
                  <a:lnTo>
                    <a:pt x="0" y="1702076"/>
                  </a:lnTo>
                  <a:lnTo>
                    <a:pt x="0" y="114105"/>
                  </a:lnTo>
                  <a:lnTo>
                    <a:pt x="8684" y="70438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4107805" y="0"/>
                  </a:lnTo>
                  <a:lnTo>
                    <a:pt x="4151469" y="8685"/>
                  </a:lnTo>
                  <a:lnTo>
                    <a:pt x="4153214" y="9508"/>
                  </a:lnTo>
                  <a:lnTo>
                    <a:pt x="107237" y="9508"/>
                  </a:lnTo>
                  <a:lnTo>
                    <a:pt x="100435" y="10178"/>
                  </a:lnTo>
                  <a:lnTo>
                    <a:pt x="61705" y="23320"/>
                  </a:lnTo>
                  <a:lnTo>
                    <a:pt x="30951" y="50283"/>
                  </a:lnTo>
                  <a:lnTo>
                    <a:pt x="12858" y="86963"/>
                  </a:lnTo>
                  <a:lnTo>
                    <a:pt x="9508" y="107237"/>
                  </a:lnTo>
                  <a:lnTo>
                    <a:pt x="9508" y="1708944"/>
                  </a:lnTo>
                  <a:lnTo>
                    <a:pt x="20098" y="1748448"/>
                  </a:lnTo>
                  <a:lnTo>
                    <a:pt x="45000" y="1780893"/>
                  </a:lnTo>
                  <a:lnTo>
                    <a:pt x="80423" y="1801339"/>
                  </a:lnTo>
                  <a:lnTo>
                    <a:pt x="107237" y="1806673"/>
                  </a:lnTo>
                  <a:lnTo>
                    <a:pt x="4153213" y="1806673"/>
                  </a:lnTo>
                  <a:lnTo>
                    <a:pt x="4151470" y="1807495"/>
                  </a:lnTo>
                  <a:lnTo>
                    <a:pt x="4140877" y="1811295"/>
                  </a:lnTo>
                  <a:lnTo>
                    <a:pt x="4130069" y="1814010"/>
                  </a:lnTo>
                  <a:lnTo>
                    <a:pt x="4119045" y="1815639"/>
                  </a:lnTo>
                  <a:lnTo>
                    <a:pt x="4107805" y="1816182"/>
                  </a:lnTo>
                  <a:close/>
                </a:path>
                <a:path extrusionOk="0" h="1816735" w="4222115">
                  <a:moveTo>
                    <a:pt x="4153213" y="1806673"/>
                  </a:moveTo>
                  <a:lnTo>
                    <a:pt x="4114672" y="1806673"/>
                  </a:lnTo>
                  <a:lnTo>
                    <a:pt x="4121474" y="1806003"/>
                  </a:lnTo>
                  <a:lnTo>
                    <a:pt x="4134946" y="1803323"/>
                  </a:lnTo>
                  <a:lnTo>
                    <a:pt x="4171625" y="1785229"/>
                  </a:lnTo>
                  <a:lnTo>
                    <a:pt x="4198589" y="1754476"/>
                  </a:lnTo>
                  <a:lnTo>
                    <a:pt x="4211730" y="1715746"/>
                  </a:lnTo>
                  <a:lnTo>
                    <a:pt x="4212400" y="1708944"/>
                  </a:lnTo>
                  <a:lnTo>
                    <a:pt x="4212400" y="107237"/>
                  </a:lnTo>
                  <a:lnTo>
                    <a:pt x="4201810" y="67732"/>
                  </a:lnTo>
                  <a:lnTo>
                    <a:pt x="4176908" y="35287"/>
                  </a:lnTo>
                  <a:lnTo>
                    <a:pt x="4141486" y="14842"/>
                  </a:lnTo>
                  <a:lnTo>
                    <a:pt x="4114672" y="9508"/>
                  </a:lnTo>
                  <a:lnTo>
                    <a:pt x="4153214" y="9508"/>
                  </a:lnTo>
                  <a:lnTo>
                    <a:pt x="4188489" y="33420"/>
                  </a:lnTo>
                  <a:lnTo>
                    <a:pt x="4213223" y="70438"/>
                  </a:lnTo>
                  <a:lnTo>
                    <a:pt x="4221910" y="114105"/>
                  </a:lnTo>
                  <a:lnTo>
                    <a:pt x="4221910" y="1702076"/>
                  </a:lnTo>
                  <a:lnTo>
                    <a:pt x="4221367" y="1713316"/>
                  </a:lnTo>
                  <a:lnTo>
                    <a:pt x="4208420" y="1755919"/>
                  </a:lnTo>
                  <a:lnTo>
                    <a:pt x="4180156" y="1790325"/>
                  </a:lnTo>
                  <a:lnTo>
                    <a:pt x="4161647" y="1802692"/>
                  </a:lnTo>
                  <a:lnTo>
                    <a:pt x="4153213" y="1806673"/>
                  </a:lnTo>
                  <a:close/>
                </a:path>
              </a:pathLst>
            </a:custGeom>
            <a:solidFill>
              <a:srgbClr val="FF5E1F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35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74" name="Google Shape;474;p28"/>
            <p:cNvSpPr/>
            <p:nvPr/>
          </p:nvSpPr>
          <p:spPr>
            <a:xfrm>
              <a:off x="7435886" y="4414178"/>
              <a:ext cx="57150" cy="228600"/>
            </a:xfrm>
            <a:custGeom>
              <a:rect b="b" l="l" r="r" t="t"/>
              <a:pathLst>
                <a:path extrusionOk="0" h="228600" w="57150">
                  <a:moveTo>
                    <a:pt x="32309" y="228211"/>
                  </a:moveTo>
                  <a:lnTo>
                    <a:pt x="24743" y="228211"/>
                  </a:lnTo>
                  <a:lnTo>
                    <a:pt x="21104" y="227486"/>
                  </a:lnTo>
                  <a:lnTo>
                    <a:pt x="0" y="203467"/>
                  </a:lnTo>
                  <a:lnTo>
                    <a:pt x="0" y="199684"/>
                  </a:lnTo>
                  <a:lnTo>
                    <a:pt x="0" y="24743"/>
                  </a:lnTo>
                  <a:lnTo>
                    <a:pt x="24743" y="0"/>
                  </a:lnTo>
                  <a:lnTo>
                    <a:pt x="32309" y="0"/>
                  </a:lnTo>
                  <a:lnTo>
                    <a:pt x="57052" y="24743"/>
                  </a:lnTo>
                  <a:lnTo>
                    <a:pt x="57052" y="203467"/>
                  </a:lnTo>
                  <a:lnTo>
                    <a:pt x="35948" y="227486"/>
                  </a:lnTo>
                  <a:lnTo>
                    <a:pt x="32309" y="228211"/>
                  </a:lnTo>
                  <a:close/>
                </a:path>
              </a:pathLst>
            </a:custGeom>
            <a:solidFill>
              <a:srgbClr val="FF5E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35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475" name="Google Shape;475;p28"/>
          <p:cNvSpPr txBox="1"/>
          <p:nvPr/>
        </p:nvSpPr>
        <p:spPr>
          <a:xfrm>
            <a:off x="7557796" y="4532509"/>
            <a:ext cx="2386965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de Interfaz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76" name="Google Shape;47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1839" y="4933882"/>
            <a:ext cx="121217" cy="116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4207" y="5439037"/>
            <a:ext cx="116482" cy="133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5709" y="6046295"/>
            <a:ext cx="133280" cy="106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gital Kitchen Laboratory" id="479" name="Google Shape;47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8167" y="1331232"/>
            <a:ext cx="4221910" cy="271001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8"/>
          <p:cNvSpPr txBox="1"/>
          <p:nvPr/>
        </p:nvSpPr>
        <p:spPr>
          <a:xfrm>
            <a:off x="7666701" y="4839546"/>
            <a:ext cx="33984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313055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Gap Analysis: </a:t>
            </a:r>
            <a:r>
              <a:rPr lang="en-US" sz="10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Visualización de brechas en naranja vibrante.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  <a:p>
            <a:pPr indent="0" lvl="0" marL="1778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Macronutrientes: </a:t>
            </a:r>
            <a:r>
              <a:rPr lang="en-US" sz="10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Desglose detallado por ingrediente.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1" name="Google Shape;481;p28"/>
          <p:cNvSpPr txBox="1"/>
          <p:nvPr/>
        </p:nvSpPr>
        <p:spPr>
          <a:xfrm>
            <a:off x="7666702" y="5941087"/>
            <a:ext cx="29535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5080" rtl="0" algn="l">
              <a:lnSpc>
                <a:spcPct val="12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Integración API: </a:t>
            </a:r>
            <a:r>
              <a:rPr lang="en-US" sz="10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Sugerencias de temporada vía TheMealDB.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82" name="Google Shape;482;p28"/>
          <p:cNvGrpSpPr/>
          <p:nvPr/>
        </p:nvGrpSpPr>
        <p:grpSpPr>
          <a:xfrm>
            <a:off x="752751" y="1454122"/>
            <a:ext cx="6048132" cy="3338434"/>
            <a:chOff x="766763" y="2009775"/>
            <a:chExt cx="6051158" cy="3000300"/>
          </a:xfrm>
        </p:grpSpPr>
        <p:sp>
          <p:nvSpPr>
            <p:cNvPr id="483" name="Google Shape;483;p28"/>
            <p:cNvSpPr/>
            <p:nvPr/>
          </p:nvSpPr>
          <p:spPr>
            <a:xfrm>
              <a:off x="769620" y="2009775"/>
              <a:ext cx="6048300" cy="3000300"/>
            </a:xfrm>
            <a:prstGeom prst="roundRect">
              <a:avLst>
                <a:gd fmla="val 3809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769620" y="2009775"/>
              <a:ext cx="6048300" cy="3000300"/>
            </a:xfrm>
            <a:prstGeom prst="roundRect">
              <a:avLst>
                <a:gd fmla="val 3809" name="adj"/>
              </a:avLst>
            </a:prstGeom>
            <a:solidFill>
              <a:srgbClr val="FF5E1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85" name="Google Shape;485;p2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6763" y="2009775"/>
              <a:ext cx="85800" cy="3000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6" name="Google Shape;486;p28"/>
            <p:cNvSpPr txBox="1"/>
            <p:nvPr/>
          </p:nvSpPr>
          <p:spPr>
            <a:xfrm>
              <a:off x="1047750" y="2190750"/>
              <a:ext cx="5524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CONSULTA  RECETAS ESPERADAS SCORE</a:t>
              </a:r>
              <a:endParaRPr b="1" sz="200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Char char="●"/>
              </a:pPr>
              <a:r>
                <a:rPr lang="en-US" sz="160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tomate, cebolla, ajo: </a:t>
              </a:r>
              <a:r>
                <a:rPr lang="en-US" sz="1600">
                  <a:solidFill>
                    <a:srgbClr val="55575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Salsas, sofritos, guisos...</a:t>
              </a:r>
              <a:r>
                <a:rPr b="1" lang="en-US" sz="160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&gt;50%</a:t>
              </a:r>
              <a:endParaRPr sz="16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Char char="●"/>
              </a:pPr>
              <a:r>
                <a:rPr lang="en-US" sz="160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pollo, arroz, pimiento: </a:t>
              </a:r>
              <a:r>
                <a:rPr lang="en-US" sz="1600">
                  <a:solidFill>
                    <a:srgbClr val="55575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Arroces con pollo, paellas…</a:t>
              </a:r>
              <a:r>
                <a:rPr b="1" lang="en-US" sz="160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&gt;45%</a:t>
              </a:r>
              <a:endParaRPr sz="16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Char char="●"/>
              </a:pPr>
              <a:r>
                <a:rPr lang="en-US" sz="160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huevo, patata, cebolla: </a:t>
              </a:r>
              <a:r>
                <a:rPr lang="en-US" sz="1600">
                  <a:solidFill>
                    <a:srgbClr val="55575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Tortilla española y variantes</a:t>
              </a:r>
              <a:r>
                <a:rPr b="1" lang="en-US" sz="160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&gt;60%</a:t>
              </a:r>
              <a:endParaRPr sz="16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Char char="●"/>
              </a:pPr>
              <a:r>
                <a:rPr lang="en-US" sz="160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salmon, limon, ajo: </a:t>
              </a:r>
              <a:r>
                <a:rPr lang="en-US" sz="1600">
                  <a:solidFill>
                    <a:srgbClr val="55575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Salmón a la plancha, ceviches…</a:t>
              </a:r>
              <a:r>
                <a:rPr b="1" lang="en-US" sz="160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&gt;55%</a:t>
              </a:r>
              <a:endParaRPr sz="16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Char char="●"/>
              </a:pPr>
              <a:r>
                <a:rPr lang="en-US" sz="160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garbanzo, cebolla, tomate: </a:t>
              </a:r>
              <a:r>
                <a:rPr lang="en-US" sz="1600">
                  <a:solidFill>
                    <a:srgbClr val="55575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Cocidos, potajes, guisos...</a:t>
              </a:r>
              <a:r>
                <a:rPr b="1" lang="en-US" sz="160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&gt;40%</a:t>
              </a:r>
              <a:endParaRPr sz="16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487" name="Google Shape;487;p28"/>
          <p:cNvGrpSpPr/>
          <p:nvPr/>
        </p:nvGrpSpPr>
        <p:grpSpPr>
          <a:xfrm>
            <a:off x="752847" y="4933818"/>
            <a:ext cx="6048207" cy="1769371"/>
            <a:chOff x="7198043" y="4267200"/>
            <a:chExt cx="4457700" cy="2190900"/>
          </a:xfrm>
        </p:grpSpPr>
        <p:sp>
          <p:nvSpPr>
            <p:cNvPr id="488" name="Google Shape;488;p28"/>
            <p:cNvSpPr/>
            <p:nvPr/>
          </p:nvSpPr>
          <p:spPr>
            <a:xfrm>
              <a:off x="7198043" y="4267200"/>
              <a:ext cx="4457700" cy="2190900"/>
            </a:xfrm>
            <a:prstGeom prst="roundRect">
              <a:avLst>
                <a:gd fmla="val 5217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8"/>
            <p:cNvSpPr/>
            <p:nvPr/>
          </p:nvSpPr>
          <p:spPr>
            <a:xfrm>
              <a:off x="7198043" y="4267200"/>
              <a:ext cx="4457700" cy="2190900"/>
            </a:xfrm>
            <a:prstGeom prst="roundRect">
              <a:avLst>
                <a:gd fmla="val 5217" name="adj"/>
              </a:avLst>
            </a:prstGeom>
            <a:solidFill>
              <a:srgbClr val="FF5E1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8"/>
            <p:cNvSpPr/>
            <p:nvPr/>
          </p:nvSpPr>
          <p:spPr>
            <a:xfrm>
              <a:off x="7448550" y="4514850"/>
              <a:ext cx="60000" cy="238200"/>
            </a:xfrm>
            <a:prstGeom prst="rect">
              <a:avLst/>
            </a:prstGeom>
            <a:solidFill>
              <a:srgbClr val="FF5E1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8"/>
            <p:cNvSpPr txBox="1"/>
            <p:nvPr/>
          </p:nvSpPr>
          <p:spPr>
            <a:xfrm>
              <a:off x="7658100" y="4514850"/>
              <a:ext cx="3810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Cada resultado muestra:</a:t>
              </a:r>
              <a:endParaRPr b="1" sz="11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C3F44"/>
                </a:buClr>
                <a:buSzPts val="1050"/>
                <a:buFont typeface="Plus Jakarta Sans"/>
                <a:buChar char="●"/>
              </a:pPr>
              <a:r>
                <a:rPr lang="en-US" sz="105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▸</a:t>
              </a:r>
              <a:r>
                <a:rPr lang="en-US" sz="1050">
                  <a:solidFill>
                    <a:srgbClr val="3C3F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% de relevancia (TF-IDF + Jaccard)</a:t>
              </a:r>
              <a:endParaRPr sz="105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C3F44"/>
                </a:buClr>
                <a:buSzPts val="1050"/>
                <a:buFont typeface="Plus Jakarta Sans"/>
                <a:buChar char="●"/>
              </a:pPr>
              <a:r>
                <a:rPr lang="en-US" sz="105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▸</a:t>
              </a:r>
              <a:r>
                <a:rPr lang="en-US" sz="1050">
                  <a:solidFill>
                    <a:srgbClr val="3C3F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Macronutrientes: kcal · proteínas · grasa · carbohidratos</a:t>
              </a:r>
              <a:endParaRPr sz="105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C3F44"/>
                </a:buClr>
                <a:buSzPts val="1050"/>
                <a:buFont typeface="Plus Jakarta Sans"/>
                <a:buChar char="●"/>
              </a:pPr>
              <a:r>
                <a:rPr lang="en-US" sz="105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▸</a:t>
              </a:r>
              <a:r>
                <a:rPr lang="en-US" sz="1050">
                  <a:solidFill>
                    <a:srgbClr val="3C3F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Gap Analysis: "Te faltaría: aceite oliva, vino blanco"</a:t>
              </a:r>
              <a:endParaRPr sz="105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C3F44"/>
                </a:buClr>
                <a:buSzPts val="1050"/>
                <a:buFont typeface="Plus Jakarta Sans"/>
                <a:buChar char="●"/>
              </a:pPr>
              <a:r>
                <a:rPr lang="en-US" sz="105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▸</a:t>
              </a:r>
              <a:r>
                <a:rPr lang="en-US" sz="1050">
                  <a:solidFill>
                    <a:srgbClr val="3C3F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Pasos de preparación (primeros 5)</a:t>
              </a:r>
              <a:endParaRPr sz="105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C3F44"/>
                </a:buClr>
                <a:buSzPts val="1050"/>
                <a:buFont typeface="Plus Jakarta Sans"/>
                <a:buChar char="●"/>
              </a:pPr>
              <a:r>
                <a:rPr lang="en-US" sz="105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▸</a:t>
              </a:r>
              <a:r>
                <a:rPr lang="en-US" sz="1050">
                  <a:solidFill>
                    <a:srgbClr val="3C3F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2 recetas de temporada (TheMealDB)</a:t>
              </a:r>
              <a:endParaRPr sz="105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9"/>
          <p:cNvSpPr/>
          <p:nvPr/>
        </p:nvSpPr>
        <p:spPr>
          <a:xfrm>
            <a:off x="7692625" y="0"/>
            <a:ext cx="4486910" cy="4336415"/>
          </a:xfrm>
          <a:custGeom>
            <a:rect b="b" l="l" r="r" t="t"/>
            <a:pathLst>
              <a:path extrusionOk="0" h="4336415" w="4486909">
                <a:moveTo>
                  <a:pt x="2852642" y="4336015"/>
                </a:moveTo>
                <a:lnTo>
                  <a:pt x="2782634" y="4335156"/>
                </a:lnTo>
                <a:lnTo>
                  <a:pt x="2712669" y="4332579"/>
                </a:lnTo>
                <a:lnTo>
                  <a:pt x="2642788" y="4328286"/>
                </a:lnTo>
                <a:lnTo>
                  <a:pt x="2573035" y="4322279"/>
                </a:lnTo>
                <a:lnTo>
                  <a:pt x="2503449" y="4314562"/>
                </a:lnTo>
                <a:lnTo>
                  <a:pt x="2434073" y="4305139"/>
                </a:lnTo>
                <a:lnTo>
                  <a:pt x="2364949" y="4294017"/>
                </a:lnTo>
                <a:lnTo>
                  <a:pt x="2296119" y="4281202"/>
                </a:lnTo>
                <a:lnTo>
                  <a:pt x="2227624" y="4266702"/>
                </a:lnTo>
                <a:lnTo>
                  <a:pt x="2159506" y="4250525"/>
                </a:lnTo>
                <a:lnTo>
                  <a:pt x="2091805" y="4232681"/>
                </a:lnTo>
                <a:lnTo>
                  <a:pt x="2024563" y="4213181"/>
                </a:lnTo>
                <a:lnTo>
                  <a:pt x="1957819" y="4192037"/>
                </a:lnTo>
                <a:lnTo>
                  <a:pt x="1891614" y="4169261"/>
                </a:lnTo>
                <a:lnTo>
                  <a:pt x="1825989" y="4144868"/>
                </a:lnTo>
                <a:lnTo>
                  <a:pt x="1760982" y="4118870"/>
                </a:lnTo>
                <a:lnTo>
                  <a:pt x="1696633" y="4091286"/>
                </a:lnTo>
                <a:lnTo>
                  <a:pt x="1632979" y="4062130"/>
                </a:lnTo>
                <a:lnTo>
                  <a:pt x="1570061" y="4031422"/>
                </a:lnTo>
                <a:lnTo>
                  <a:pt x="1507915" y="3999179"/>
                </a:lnTo>
                <a:lnTo>
                  <a:pt x="1446579" y="3965420"/>
                </a:lnTo>
                <a:lnTo>
                  <a:pt x="1386090" y="3930165"/>
                </a:lnTo>
                <a:lnTo>
                  <a:pt x="1326484" y="3893438"/>
                </a:lnTo>
                <a:lnTo>
                  <a:pt x="1267798" y="3855258"/>
                </a:lnTo>
                <a:lnTo>
                  <a:pt x="1210066" y="3815649"/>
                </a:lnTo>
                <a:lnTo>
                  <a:pt x="1153324" y="3774636"/>
                </a:lnTo>
                <a:lnTo>
                  <a:pt x="1097605" y="3732243"/>
                </a:lnTo>
                <a:lnTo>
                  <a:pt x="1042945" y="3688495"/>
                </a:lnTo>
                <a:lnTo>
                  <a:pt x="989373" y="3643419"/>
                </a:lnTo>
                <a:lnTo>
                  <a:pt x="936924" y="3597041"/>
                </a:lnTo>
                <a:lnTo>
                  <a:pt x="885629" y="3549391"/>
                </a:lnTo>
                <a:lnTo>
                  <a:pt x="835518" y="3500496"/>
                </a:lnTo>
                <a:lnTo>
                  <a:pt x="786623" y="3450385"/>
                </a:lnTo>
                <a:lnTo>
                  <a:pt x="738972" y="3399090"/>
                </a:lnTo>
                <a:lnTo>
                  <a:pt x="692595" y="3346642"/>
                </a:lnTo>
                <a:lnTo>
                  <a:pt x="647519" y="3293070"/>
                </a:lnTo>
                <a:lnTo>
                  <a:pt x="603770" y="3238409"/>
                </a:lnTo>
                <a:lnTo>
                  <a:pt x="561377" y="3182690"/>
                </a:lnTo>
                <a:lnTo>
                  <a:pt x="520364" y="3125947"/>
                </a:lnTo>
                <a:lnTo>
                  <a:pt x="480755" y="3068216"/>
                </a:lnTo>
                <a:lnTo>
                  <a:pt x="442576" y="3009529"/>
                </a:lnTo>
                <a:lnTo>
                  <a:pt x="405848" y="2949924"/>
                </a:lnTo>
                <a:lnTo>
                  <a:pt x="370594" y="2889435"/>
                </a:lnTo>
                <a:lnTo>
                  <a:pt x="336835" y="2828099"/>
                </a:lnTo>
                <a:lnTo>
                  <a:pt x="304591" y="2765953"/>
                </a:lnTo>
                <a:lnTo>
                  <a:pt x="273883" y="2703035"/>
                </a:lnTo>
                <a:lnTo>
                  <a:pt x="244727" y="2639381"/>
                </a:lnTo>
                <a:lnTo>
                  <a:pt x="217143" y="2575032"/>
                </a:lnTo>
                <a:lnTo>
                  <a:pt x="191146" y="2510025"/>
                </a:lnTo>
                <a:lnTo>
                  <a:pt x="166753" y="2444399"/>
                </a:lnTo>
                <a:lnTo>
                  <a:pt x="143977" y="2378195"/>
                </a:lnTo>
                <a:lnTo>
                  <a:pt x="122833" y="2311452"/>
                </a:lnTo>
                <a:lnTo>
                  <a:pt x="103333" y="2244209"/>
                </a:lnTo>
                <a:lnTo>
                  <a:pt x="85489" y="2176509"/>
                </a:lnTo>
                <a:lnTo>
                  <a:pt x="69312" y="2108391"/>
                </a:lnTo>
                <a:lnTo>
                  <a:pt x="54811" y="2039896"/>
                </a:lnTo>
                <a:lnTo>
                  <a:pt x="41996" y="1971066"/>
                </a:lnTo>
                <a:lnTo>
                  <a:pt x="30874" y="1901943"/>
                </a:lnTo>
                <a:lnTo>
                  <a:pt x="21452" y="1832567"/>
                </a:lnTo>
                <a:lnTo>
                  <a:pt x="13736" y="1762981"/>
                </a:lnTo>
                <a:lnTo>
                  <a:pt x="7728" y="1693227"/>
                </a:lnTo>
                <a:lnTo>
                  <a:pt x="3435" y="1623346"/>
                </a:lnTo>
                <a:lnTo>
                  <a:pt x="858" y="1553381"/>
                </a:lnTo>
                <a:lnTo>
                  <a:pt x="0" y="1483373"/>
                </a:lnTo>
                <a:lnTo>
                  <a:pt x="214" y="1448364"/>
                </a:lnTo>
                <a:lnTo>
                  <a:pt x="1932" y="1378378"/>
                </a:lnTo>
                <a:lnTo>
                  <a:pt x="5368" y="1308445"/>
                </a:lnTo>
                <a:lnTo>
                  <a:pt x="10518" y="1238627"/>
                </a:lnTo>
                <a:lnTo>
                  <a:pt x="17381" y="1168946"/>
                </a:lnTo>
                <a:lnTo>
                  <a:pt x="25950" y="1099465"/>
                </a:lnTo>
                <a:lnTo>
                  <a:pt x="36224" y="1030205"/>
                </a:lnTo>
                <a:lnTo>
                  <a:pt x="48192" y="961229"/>
                </a:lnTo>
                <a:lnTo>
                  <a:pt x="61852" y="892556"/>
                </a:lnTo>
                <a:lnTo>
                  <a:pt x="77191" y="824250"/>
                </a:lnTo>
                <a:lnTo>
                  <a:pt x="94204" y="756330"/>
                </a:lnTo>
                <a:lnTo>
                  <a:pt x="112876" y="688859"/>
                </a:lnTo>
                <a:lnTo>
                  <a:pt x="133201" y="621856"/>
                </a:lnTo>
                <a:lnTo>
                  <a:pt x="155161" y="555382"/>
                </a:lnTo>
                <a:lnTo>
                  <a:pt x="178749" y="489457"/>
                </a:lnTo>
                <a:lnTo>
                  <a:pt x="203944" y="424141"/>
                </a:lnTo>
                <a:lnTo>
                  <a:pt x="230738" y="359453"/>
                </a:lnTo>
                <a:lnTo>
                  <a:pt x="259108" y="295451"/>
                </a:lnTo>
                <a:lnTo>
                  <a:pt x="289045" y="232156"/>
                </a:lnTo>
                <a:lnTo>
                  <a:pt x="320521" y="169624"/>
                </a:lnTo>
                <a:lnTo>
                  <a:pt x="353527" y="107873"/>
                </a:lnTo>
                <a:lnTo>
                  <a:pt x="388034" y="46961"/>
                </a:lnTo>
                <a:lnTo>
                  <a:pt x="416071" y="0"/>
                </a:lnTo>
                <a:lnTo>
                  <a:pt x="4486575" y="0"/>
                </a:lnTo>
                <a:lnTo>
                  <a:pt x="4486575" y="3821657"/>
                </a:lnTo>
                <a:lnTo>
                  <a:pt x="4466475" y="3835629"/>
                </a:lnTo>
                <a:lnTo>
                  <a:pt x="4408257" y="3874529"/>
                </a:lnTo>
                <a:lnTo>
                  <a:pt x="4349111" y="3911983"/>
                </a:lnTo>
                <a:lnTo>
                  <a:pt x="4289054" y="3947979"/>
                </a:lnTo>
                <a:lnTo>
                  <a:pt x="4228142" y="3982486"/>
                </a:lnTo>
                <a:lnTo>
                  <a:pt x="4166393" y="4015492"/>
                </a:lnTo>
                <a:lnTo>
                  <a:pt x="4103861" y="4046968"/>
                </a:lnTo>
                <a:lnTo>
                  <a:pt x="4040564" y="4076905"/>
                </a:lnTo>
                <a:lnTo>
                  <a:pt x="3976562" y="4105275"/>
                </a:lnTo>
                <a:lnTo>
                  <a:pt x="3911873" y="4132069"/>
                </a:lnTo>
                <a:lnTo>
                  <a:pt x="3846557" y="4157265"/>
                </a:lnTo>
                <a:lnTo>
                  <a:pt x="3780633" y="4180853"/>
                </a:lnTo>
                <a:lnTo>
                  <a:pt x="3714159" y="4202813"/>
                </a:lnTo>
                <a:lnTo>
                  <a:pt x="3647155" y="4223138"/>
                </a:lnTo>
                <a:lnTo>
                  <a:pt x="3579683" y="4241810"/>
                </a:lnTo>
                <a:lnTo>
                  <a:pt x="3511764" y="4258823"/>
                </a:lnTo>
                <a:lnTo>
                  <a:pt x="3443458" y="4274162"/>
                </a:lnTo>
                <a:lnTo>
                  <a:pt x="3374785" y="4287821"/>
                </a:lnTo>
                <a:lnTo>
                  <a:pt x="3305809" y="4299790"/>
                </a:lnTo>
                <a:lnTo>
                  <a:pt x="3236549" y="4310064"/>
                </a:lnTo>
                <a:lnTo>
                  <a:pt x="3167069" y="4318634"/>
                </a:lnTo>
                <a:lnTo>
                  <a:pt x="3097388" y="4325497"/>
                </a:lnTo>
                <a:lnTo>
                  <a:pt x="3027570" y="4330647"/>
                </a:lnTo>
                <a:lnTo>
                  <a:pt x="2957636" y="4334082"/>
                </a:lnTo>
                <a:lnTo>
                  <a:pt x="2887650" y="4335801"/>
                </a:lnTo>
                <a:lnTo>
                  <a:pt x="2852642" y="4336015"/>
                </a:lnTo>
                <a:close/>
              </a:path>
            </a:pathLst>
          </a:custGeom>
          <a:solidFill>
            <a:srgbClr val="FF5E1F">
              <a:alpha val="313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7" name="Google Shape;497;p29"/>
          <p:cNvSpPr/>
          <p:nvPr/>
        </p:nvSpPr>
        <p:spPr>
          <a:xfrm>
            <a:off x="9508" y="3727452"/>
            <a:ext cx="3195320" cy="3109595"/>
          </a:xfrm>
          <a:custGeom>
            <a:rect b="b" l="l" r="r" t="t"/>
            <a:pathLst>
              <a:path extrusionOk="0" h="3109595" w="3195320">
                <a:moveTo>
                  <a:pt x="2762319" y="3109380"/>
                </a:moveTo>
                <a:lnTo>
                  <a:pt x="0" y="3109380"/>
                </a:lnTo>
                <a:lnTo>
                  <a:pt x="0" y="507378"/>
                </a:lnTo>
                <a:lnTo>
                  <a:pt x="33442" y="477081"/>
                </a:lnTo>
                <a:lnTo>
                  <a:pt x="68782" y="446596"/>
                </a:lnTo>
                <a:lnTo>
                  <a:pt x="104865" y="416984"/>
                </a:lnTo>
                <a:lnTo>
                  <a:pt x="141658" y="388270"/>
                </a:lnTo>
                <a:lnTo>
                  <a:pt x="179151" y="360463"/>
                </a:lnTo>
                <a:lnTo>
                  <a:pt x="217309" y="333589"/>
                </a:lnTo>
                <a:lnTo>
                  <a:pt x="256121" y="307656"/>
                </a:lnTo>
                <a:lnTo>
                  <a:pt x="295552" y="282687"/>
                </a:lnTo>
                <a:lnTo>
                  <a:pt x="335589" y="258690"/>
                </a:lnTo>
                <a:lnTo>
                  <a:pt x="376197" y="235685"/>
                </a:lnTo>
                <a:lnTo>
                  <a:pt x="417364" y="213681"/>
                </a:lnTo>
                <a:lnTo>
                  <a:pt x="459052" y="192697"/>
                </a:lnTo>
                <a:lnTo>
                  <a:pt x="501249" y="172739"/>
                </a:lnTo>
                <a:lnTo>
                  <a:pt x="543917" y="153826"/>
                </a:lnTo>
                <a:lnTo>
                  <a:pt x="587042" y="135963"/>
                </a:lnTo>
                <a:lnTo>
                  <a:pt x="630586" y="119166"/>
                </a:lnTo>
                <a:lnTo>
                  <a:pt x="674536" y="103441"/>
                </a:lnTo>
                <a:lnTo>
                  <a:pt x="718852" y="88801"/>
                </a:lnTo>
                <a:lnTo>
                  <a:pt x="763521" y="75250"/>
                </a:lnTo>
                <a:lnTo>
                  <a:pt x="808502" y="62802"/>
                </a:lnTo>
                <a:lnTo>
                  <a:pt x="853781" y="51460"/>
                </a:lnTo>
                <a:lnTo>
                  <a:pt x="899319" y="41235"/>
                </a:lnTo>
                <a:lnTo>
                  <a:pt x="945101" y="32128"/>
                </a:lnTo>
                <a:lnTo>
                  <a:pt x="991086" y="24149"/>
                </a:lnTo>
                <a:lnTo>
                  <a:pt x="1037259" y="17300"/>
                </a:lnTo>
                <a:lnTo>
                  <a:pt x="1083579" y="11587"/>
                </a:lnTo>
                <a:lnTo>
                  <a:pt x="1130033" y="7012"/>
                </a:lnTo>
                <a:lnTo>
                  <a:pt x="1176578" y="3579"/>
                </a:lnTo>
                <a:lnTo>
                  <a:pt x="1223200" y="1288"/>
                </a:lnTo>
                <a:lnTo>
                  <a:pt x="1269858" y="143"/>
                </a:lnTo>
                <a:lnTo>
                  <a:pt x="1293197" y="0"/>
                </a:lnTo>
                <a:lnTo>
                  <a:pt x="1316537" y="143"/>
                </a:lnTo>
                <a:lnTo>
                  <a:pt x="1363194" y="1288"/>
                </a:lnTo>
                <a:lnTo>
                  <a:pt x="1409816" y="3579"/>
                </a:lnTo>
                <a:lnTo>
                  <a:pt x="1456361" y="7012"/>
                </a:lnTo>
                <a:lnTo>
                  <a:pt x="1502815" y="11587"/>
                </a:lnTo>
                <a:lnTo>
                  <a:pt x="1549136" y="17300"/>
                </a:lnTo>
                <a:lnTo>
                  <a:pt x="1595309" y="24149"/>
                </a:lnTo>
                <a:lnTo>
                  <a:pt x="1641294" y="32128"/>
                </a:lnTo>
                <a:lnTo>
                  <a:pt x="1687075" y="41235"/>
                </a:lnTo>
                <a:lnTo>
                  <a:pt x="1732613" y="51460"/>
                </a:lnTo>
                <a:lnTo>
                  <a:pt x="1777892" y="62802"/>
                </a:lnTo>
                <a:lnTo>
                  <a:pt x="1822873" y="75250"/>
                </a:lnTo>
                <a:lnTo>
                  <a:pt x="1867541" y="88801"/>
                </a:lnTo>
                <a:lnTo>
                  <a:pt x="1911858" y="103441"/>
                </a:lnTo>
                <a:lnTo>
                  <a:pt x="1955808" y="119166"/>
                </a:lnTo>
                <a:lnTo>
                  <a:pt x="1999352" y="135963"/>
                </a:lnTo>
                <a:lnTo>
                  <a:pt x="2042477" y="153826"/>
                </a:lnTo>
                <a:lnTo>
                  <a:pt x="2085145" y="172739"/>
                </a:lnTo>
                <a:lnTo>
                  <a:pt x="2127342" y="192697"/>
                </a:lnTo>
                <a:lnTo>
                  <a:pt x="2169030" y="213681"/>
                </a:lnTo>
                <a:lnTo>
                  <a:pt x="2210197" y="235685"/>
                </a:lnTo>
                <a:lnTo>
                  <a:pt x="2250805" y="258690"/>
                </a:lnTo>
                <a:lnTo>
                  <a:pt x="2290843" y="282687"/>
                </a:lnTo>
                <a:lnTo>
                  <a:pt x="2330273" y="307656"/>
                </a:lnTo>
                <a:lnTo>
                  <a:pt x="2369085" y="333589"/>
                </a:lnTo>
                <a:lnTo>
                  <a:pt x="2407243" y="360463"/>
                </a:lnTo>
                <a:lnTo>
                  <a:pt x="2444736" y="388270"/>
                </a:lnTo>
                <a:lnTo>
                  <a:pt x="2481529" y="416984"/>
                </a:lnTo>
                <a:lnTo>
                  <a:pt x="2517612" y="446596"/>
                </a:lnTo>
                <a:lnTo>
                  <a:pt x="2552952" y="477081"/>
                </a:lnTo>
                <a:lnTo>
                  <a:pt x="2587539" y="508428"/>
                </a:lnTo>
                <a:lnTo>
                  <a:pt x="2621341" y="540610"/>
                </a:lnTo>
                <a:lnTo>
                  <a:pt x="2654347" y="573617"/>
                </a:lnTo>
                <a:lnTo>
                  <a:pt x="2686529" y="607418"/>
                </a:lnTo>
                <a:lnTo>
                  <a:pt x="2717877" y="642005"/>
                </a:lnTo>
                <a:lnTo>
                  <a:pt x="2748361" y="677345"/>
                </a:lnTo>
                <a:lnTo>
                  <a:pt x="2777974" y="713428"/>
                </a:lnTo>
                <a:lnTo>
                  <a:pt x="2806688" y="750222"/>
                </a:lnTo>
                <a:lnTo>
                  <a:pt x="2834494" y="787714"/>
                </a:lnTo>
                <a:lnTo>
                  <a:pt x="2861368" y="825872"/>
                </a:lnTo>
                <a:lnTo>
                  <a:pt x="2887301" y="864684"/>
                </a:lnTo>
                <a:lnTo>
                  <a:pt x="2912270" y="904114"/>
                </a:lnTo>
                <a:lnTo>
                  <a:pt x="2936268" y="944152"/>
                </a:lnTo>
                <a:lnTo>
                  <a:pt x="2959272" y="984760"/>
                </a:lnTo>
                <a:lnTo>
                  <a:pt x="2981276" y="1025927"/>
                </a:lnTo>
                <a:lnTo>
                  <a:pt x="3002260" y="1067615"/>
                </a:lnTo>
                <a:lnTo>
                  <a:pt x="3022218" y="1109812"/>
                </a:lnTo>
                <a:lnTo>
                  <a:pt x="3041131" y="1152480"/>
                </a:lnTo>
                <a:lnTo>
                  <a:pt x="3058994" y="1195605"/>
                </a:lnTo>
                <a:lnTo>
                  <a:pt x="3075791" y="1239149"/>
                </a:lnTo>
                <a:lnTo>
                  <a:pt x="3091517" y="1283099"/>
                </a:lnTo>
                <a:lnTo>
                  <a:pt x="3106157" y="1327416"/>
                </a:lnTo>
                <a:lnTo>
                  <a:pt x="3119707" y="1372084"/>
                </a:lnTo>
                <a:lnTo>
                  <a:pt x="3132155" y="1417065"/>
                </a:lnTo>
                <a:lnTo>
                  <a:pt x="3143497" y="1462345"/>
                </a:lnTo>
                <a:lnTo>
                  <a:pt x="3153723" y="1507882"/>
                </a:lnTo>
                <a:lnTo>
                  <a:pt x="3162829" y="1553664"/>
                </a:lnTo>
                <a:lnTo>
                  <a:pt x="3170808" y="1599648"/>
                </a:lnTo>
                <a:lnTo>
                  <a:pt x="3177658" y="1645822"/>
                </a:lnTo>
                <a:lnTo>
                  <a:pt x="3183371" y="1692143"/>
                </a:lnTo>
                <a:lnTo>
                  <a:pt x="3187946" y="1738596"/>
                </a:lnTo>
                <a:lnTo>
                  <a:pt x="3191380" y="1785141"/>
                </a:lnTo>
                <a:lnTo>
                  <a:pt x="3193670" y="1831764"/>
                </a:lnTo>
                <a:lnTo>
                  <a:pt x="3194815" y="1878422"/>
                </a:lnTo>
                <a:lnTo>
                  <a:pt x="3194959" y="1901761"/>
                </a:lnTo>
                <a:lnTo>
                  <a:pt x="3194815" y="1925100"/>
                </a:lnTo>
                <a:lnTo>
                  <a:pt x="3193670" y="1971757"/>
                </a:lnTo>
                <a:lnTo>
                  <a:pt x="3191380" y="2018380"/>
                </a:lnTo>
                <a:lnTo>
                  <a:pt x="3187946" y="2064925"/>
                </a:lnTo>
                <a:lnTo>
                  <a:pt x="3183371" y="2111379"/>
                </a:lnTo>
                <a:lnTo>
                  <a:pt x="3177658" y="2157699"/>
                </a:lnTo>
                <a:lnTo>
                  <a:pt x="3170808" y="2203872"/>
                </a:lnTo>
                <a:lnTo>
                  <a:pt x="3162829" y="2249856"/>
                </a:lnTo>
                <a:lnTo>
                  <a:pt x="3153723" y="2295638"/>
                </a:lnTo>
                <a:lnTo>
                  <a:pt x="3143497" y="2341175"/>
                </a:lnTo>
                <a:lnTo>
                  <a:pt x="3132155" y="2386455"/>
                </a:lnTo>
                <a:lnTo>
                  <a:pt x="3119707" y="2431436"/>
                </a:lnTo>
                <a:lnTo>
                  <a:pt x="3106157" y="2476105"/>
                </a:lnTo>
                <a:lnTo>
                  <a:pt x="3091517" y="2520420"/>
                </a:lnTo>
                <a:lnTo>
                  <a:pt x="3075791" y="2564370"/>
                </a:lnTo>
                <a:lnTo>
                  <a:pt x="3058994" y="2607915"/>
                </a:lnTo>
                <a:lnTo>
                  <a:pt x="3041131" y="2651040"/>
                </a:lnTo>
                <a:lnTo>
                  <a:pt x="3022218" y="2693707"/>
                </a:lnTo>
                <a:lnTo>
                  <a:pt x="3002261" y="2735905"/>
                </a:lnTo>
                <a:lnTo>
                  <a:pt x="2981276" y="2777594"/>
                </a:lnTo>
                <a:lnTo>
                  <a:pt x="2959272" y="2818760"/>
                </a:lnTo>
                <a:lnTo>
                  <a:pt x="2936268" y="2859369"/>
                </a:lnTo>
                <a:lnTo>
                  <a:pt x="2912270" y="2899406"/>
                </a:lnTo>
                <a:lnTo>
                  <a:pt x="2887301" y="2938836"/>
                </a:lnTo>
                <a:lnTo>
                  <a:pt x="2861368" y="2977649"/>
                </a:lnTo>
                <a:lnTo>
                  <a:pt x="2834494" y="3015807"/>
                </a:lnTo>
                <a:lnTo>
                  <a:pt x="2806688" y="3053300"/>
                </a:lnTo>
                <a:lnTo>
                  <a:pt x="2777974" y="3090093"/>
                </a:lnTo>
                <a:lnTo>
                  <a:pt x="2762319" y="3109380"/>
                </a:lnTo>
                <a:close/>
              </a:path>
            </a:pathLst>
          </a:custGeom>
          <a:solidFill>
            <a:srgbClr val="8B00FF">
              <a:alpha val="313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8" name="Google Shape;498;p29"/>
          <p:cNvSpPr txBox="1"/>
          <p:nvPr/>
        </p:nvSpPr>
        <p:spPr>
          <a:xfrm>
            <a:off x="752758" y="348634"/>
            <a:ext cx="3603117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 O N I T O R E O	D E	A G E N T E S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$PPTXTitle" id="499" name="Google Shape;499;p29"/>
          <p:cNvSpPr txBox="1"/>
          <p:nvPr>
            <p:ph type="title"/>
          </p:nvPr>
        </p:nvSpPr>
        <p:spPr>
          <a:xfrm>
            <a:off x="752759" y="550272"/>
            <a:ext cx="11236960" cy="6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0">
            <a:spAutoFit/>
          </a:bodyPr>
          <a:lstStyle/>
          <a:p>
            <a:pPr indent="0" lvl="0" marL="12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lus Jakarta Sans"/>
                <a:ea typeface="Plus Jakarta Sans"/>
                <a:cs typeface="Plus Jakarta Sans"/>
                <a:sym typeface="Plus Jakarta Sans"/>
              </a:rPr>
              <a:t>Debugging y Monitoreo</a:t>
            </a:r>
            <a:endParaRPr sz="3600"/>
          </a:p>
        </p:txBody>
      </p:sp>
      <p:grpSp>
        <p:nvGrpSpPr>
          <p:cNvPr id="500" name="Google Shape;500;p29"/>
          <p:cNvGrpSpPr/>
          <p:nvPr/>
        </p:nvGrpSpPr>
        <p:grpSpPr>
          <a:xfrm>
            <a:off x="770213" y="2196534"/>
            <a:ext cx="10650401" cy="3889242"/>
            <a:chOff x="770213" y="2196534"/>
            <a:chExt cx="10650401" cy="3889242"/>
          </a:xfrm>
        </p:grpSpPr>
        <p:sp>
          <p:nvSpPr>
            <p:cNvPr id="501" name="Google Shape;501;p29"/>
            <p:cNvSpPr/>
            <p:nvPr/>
          </p:nvSpPr>
          <p:spPr>
            <a:xfrm>
              <a:off x="5334440" y="2196534"/>
              <a:ext cx="6085840" cy="1188720"/>
            </a:xfrm>
            <a:custGeom>
              <a:rect b="b" l="l" r="r" t="t"/>
              <a:pathLst>
                <a:path extrusionOk="0" h="1188720" w="6085840">
                  <a:moveTo>
                    <a:pt x="5971530" y="1188600"/>
                  </a:moveTo>
                  <a:lnTo>
                    <a:pt x="114105" y="1188600"/>
                  </a:lnTo>
                  <a:lnTo>
                    <a:pt x="102865" y="1188057"/>
                  </a:lnTo>
                  <a:lnTo>
                    <a:pt x="60261" y="1175111"/>
                  </a:lnTo>
                  <a:lnTo>
                    <a:pt x="25855" y="1146847"/>
                  </a:lnTo>
                  <a:lnTo>
                    <a:pt x="4884" y="1107568"/>
                  </a:lnTo>
                  <a:lnTo>
                    <a:pt x="0" y="1074495"/>
                  </a:lnTo>
                  <a:lnTo>
                    <a:pt x="0" y="114105"/>
                  </a:lnTo>
                  <a:lnTo>
                    <a:pt x="8684" y="70439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5971530" y="0"/>
                  </a:lnTo>
                  <a:lnTo>
                    <a:pt x="6015196" y="8685"/>
                  </a:lnTo>
                  <a:lnTo>
                    <a:pt x="6052215" y="33420"/>
                  </a:lnTo>
                  <a:lnTo>
                    <a:pt x="6076949" y="70439"/>
                  </a:lnTo>
                  <a:lnTo>
                    <a:pt x="6085636" y="114105"/>
                  </a:lnTo>
                  <a:lnTo>
                    <a:pt x="6085636" y="1074495"/>
                  </a:lnTo>
                  <a:lnTo>
                    <a:pt x="6076948" y="1118161"/>
                  </a:lnTo>
                  <a:lnTo>
                    <a:pt x="6052215" y="1155180"/>
                  </a:lnTo>
                  <a:lnTo>
                    <a:pt x="6015196" y="1179914"/>
                  </a:lnTo>
                  <a:lnTo>
                    <a:pt x="5971530" y="118860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5392559" y="2196540"/>
              <a:ext cx="6028055" cy="1188720"/>
            </a:xfrm>
            <a:custGeom>
              <a:rect b="b" l="l" r="r" t="t"/>
              <a:pathLst>
                <a:path extrusionOk="0" h="1188720" w="6028055">
                  <a:moveTo>
                    <a:pt x="6027509" y="114109"/>
                  </a:moveTo>
                  <a:lnTo>
                    <a:pt x="6018822" y="70434"/>
                  </a:lnTo>
                  <a:lnTo>
                    <a:pt x="5994539" y="33921"/>
                  </a:lnTo>
                  <a:lnTo>
                    <a:pt x="5994095" y="33426"/>
                  </a:lnTo>
                  <a:lnTo>
                    <a:pt x="5985751" y="25857"/>
                  </a:lnTo>
                  <a:lnTo>
                    <a:pt x="5976810" y="19215"/>
                  </a:lnTo>
                  <a:lnTo>
                    <a:pt x="5967247" y="13487"/>
                  </a:lnTo>
                  <a:lnTo>
                    <a:pt x="5958814" y="9512"/>
                  </a:lnTo>
                  <a:lnTo>
                    <a:pt x="5957074" y="8686"/>
                  </a:lnTo>
                  <a:lnTo>
                    <a:pt x="5946483" y="4889"/>
                  </a:lnTo>
                  <a:lnTo>
                    <a:pt x="5935675" y="2171"/>
                  </a:lnTo>
                  <a:lnTo>
                    <a:pt x="5924651" y="546"/>
                  </a:lnTo>
                  <a:lnTo>
                    <a:pt x="5913399" y="0"/>
                  </a:lnTo>
                  <a:lnTo>
                    <a:pt x="55981" y="0"/>
                  </a:lnTo>
                  <a:lnTo>
                    <a:pt x="12319" y="8686"/>
                  </a:lnTo>
                  <a:lnTo>
                    <a:pt x="0" y="14770"/>
                  </a:lnTo>
                  <a:lnTo>
                    <a:pt x="22402" y="20370"/>
                  </a:lnTo>
                  <a:lnTo>
                    <a:pt x="26873" y="17475"/>
                  </a:lnTo>
                  <a:lnTo>
                    <a:pt x="33934" y="13982"/>
                  </a:lnTo>
                  <a:lnTo>
                    <a:pt x="41135" y="11493"/>
                  </a:lnTo>
                  <a:lnTo>
                    <a:pt x="48488" y="10007"/>
                  </a:lnTo>
                  <a:lnTo>
                    <a:pt x="55981" y="9512"/>
                  </a:lnTo>
                  <a:lnTo>
                    <a:pt x="5913399" y="9512"/>
                  </a:lnTo>
                  <a:lnTo>
                    <a:pt x="5953430" y="17475"/>
                  </a:lnTo>
                  <a:lnTo>
                    <a:pt x="5987364" y="40144"/>
                  </a:lnTo>
                  <a:lnTo>
                    <a:pt x="6010033" y="74079"/>
                  </a:lnTo>
                  <a:lnTo>
                    <a:pt x="6017996" y="114109"/>
                  </a:lnTo>
                  <a:lnTo>
                    <a:pt x="6017996" y="1074496"/>
                  </a:lnTo>
                  <a:lnTo>
                    <a:pt x="6010033" y="1114526"/>
                  </a:lnTo>
                  <a:lnTo>
                    <a:pt x="5987821" y="1147953"/>
                  </a:lnTo>
                  <a:lnTo>
                    <a:pt x="5987364" y="1148461"/>
                  </a:lnTo>
                  <a:lnTo>
                    <a:pt x="5953430" y="1171130"/>
                  </a:lnTo>
                  <a:lnTo>
                    <a:pt x="5913399" y="1179093"/>
                  </a:lnTo>
                  <a:lnTo>
                    <a:pt x="55981" y="1179093"/>
                  </a:lnTo>
                  <a:lnTo>
                    <a:pt x="22402" y="1168234"/>
                  </a:lnTo>
                  <a:lnTo>
                    <a:pt x="0" y="1173835"/>
                  </a:lnTo>
                  <a:lnTo>
                    <a:pt x="44742" y="1188059"/>
                  </a:lnTo>
                  <a:lnTo>
                    <a:pt x="55981" y="1188605"/>
                  </a:lnTo>
                  <a:lnTo>
                    <a:pt x="5913399" y="1188605"/>
                  </a:lnTo>
                  <a:lnTo>
                    <a:pt x="5957074" y="1179918"/>
                  </a:lnTo>
                  <a:lnTo>
                    <a:pt x="5958814" y="1179093"/>
                  </a:lnTo>
                  <a:lnTo>
                    <a:pt x="5967247" y="1175105"/>
                  </a:lnTo>
                  <a:lnTo>
                    <a:pt x="5976810" y="1169390"/>
                  </a:lnTo>
                  <a:lnTo>
                    <a:pt x="5985751" y="1162748"/>
                  </a:lnTo>
                  <a:lnTo>
                    <a:pt x="5994095" y="1155179"/>
                  </a:lnTo>
                  <a:lnTo>
                    <a:pt x="5994539" y="1154684"/>
                  </a:lnTo>
                  <a:lnTo>
                    <a:pt x="6001651" y="1146848"/>
                  </a:lnTo>
                  <a:lnTo>
                    <a:pt x="6022619" y="1107567"/>
                  </a:lnTo>
                  <a:lnTo>
                    <a:pt x="6027509" y="1074496"/>
                  </a:lnTo>
                  <a:lnTo>
                    <a:pt x="6027509" y="114109"/>
                  </a:lnTo>
                  <a:close/>
                </a:path>
              </a:pathLst>
            </a:custGeom>
            <a:solidFill>
              <a:srgbClr val="FF5E1F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5334432" y="2211145"/>
              <a:ext cx="647065" cy="1159510"/>
            </a:xfrm>
            <a:custGeom>
              <a:rect b="b" l="l" r="r" t="t"/>
              <a:pathLst>
                <a:path extrusionOk="0" h="1159510" w="647064">
                  <a:moveTo>
                    <a:pt x="80797" y="5588"/>
                  </a:moveTo>
                  <a:lnTo>
                    <a:pt x="58407" y="0"/>
                  </a:lnTo>
                  <a:lnTo>
                    <a:pt x="50698" y="4610"/>
                  </a:lnTo>
                  <a:lnTo>
                    <a:pt x="41757" y="11252"/>
                  </a:lnTo>
                  <a:lnTo>
                    <a:pt x="13487" y="45656"/>
                  </a:lnTo>
                  <a:lnTo>
                    <a:pt x="546" y="88265"/>
                  </a:lnTo>
                  <a:lnTo>
                    <a:pt x="0" y="99504"/>
                  </a:lnTo>
                  <a:lnTo>
                    <a:pt x="0" y="1059891"/>
                  </a:lnTo>
                  <a:lnTo>
                    <a:pt x="8686" y="1103553"/>
                  </a:lnTo>
                  <a:lnTo>
                    <a:pt x="33426" y="1140574"/>
                  </a:lnTo>
                  <a:lnTo>
                    <a:pt x="58407" y="1159395"/>
                  </a:lnTo>
                  <a:lnTo>
                    <a:pt x="80797" y="1153795"/>
                  </a:lnTo>
                  <a:lnTo>
                    <a:pt x="78206" y="1152118"/>
                  </a:lnTo>
                  <a:lnTo>
                    <a:pt x="71831" y="1146873"/>
                  </a:lnTo>
                  <a:lnTo>
                    <a:pt x="47028" y="1109243"/>
                  </a:lnTo>
                  <a:lnTo>
                    <a:pt x="38404" y="1070190"/>
                  </a:lnTo>
                  <a:lnTo>
                    <a:pt x="38036" y="1059891"/>
                  </a:lnTo>
                  <a:lnTo>
                    <a:pt x="38036" y="99504"/>
                  </a:lnTo>
                  <a:lnTo>
                    <a:pt x="43827" y="59474"/>
                  </a:lnTo>
                  <a:lnTo>
                    <a:pt x="65874" y="18605"/>
                  </a:lnTo>
                  <a:lnTo>
                    <a:pt x="78206" y="7264"/>
                  </a:lnTo>
                  <a:lnTo>
                    <a:pt x="80797" y="5588"/>
                  </a:lnTo>
                  <a:close/>
                </a:path>
                <a:path extrusionOk="0" h="1159510" w="647064">
                  <a:moveTo>
                    <a:pt x="646595" y="208610"/>
                  </a:moveTo>
                  <a:lnTo>
                    <a:pt x="630999" y="167195"/>
                  </a:lnTo>
                  <a:lnTo>
                    <a:pt x="595033" y="141414"/>
                  </a:lnTo>
                  <a:lnTo>
                    <a:pt x="575525" y="137541"/>
                  </a:lnTo>
                  <a:lnTo>
                    <a:pt x="337324" y="137541"/>
                  </a:lnTo>
                  <a:lnTo>
                    <a:pt x="295910" y="153136"/>
                  </a:lnTo>
                  <a:lnTo>
                    <a:pt x="270129" y="189115"/>
                  </a:lnTo>
                  <a:lnTo>
                    <a:pt x="266255" y="208610"/>
                  </a:lnTo>
                  <a:lnTo>
                    <a:pt x="266255" y="441820"/>
                  </a:lnTo>
                  <a:lnTo>
                    <a:pt x="266255" y="446811"/>
                  </a:lnTo>
                  <a:lnTo>
                    <a:pt x="281838" y="488238"/>
                  </a:lnTo>
                  <a:lnTo>
                    <a:pt x="317817" y="514007"/>
                  </a:lnTo>
                  <a:lnTo>
                    <a:pt x="337324" y="517893"/>
                  </a:lnTo>
                  <a:lnTo>
                    <a:pt x="575525" y="517893"/>
                  </a:lnTo>
                  <a:lnTo>
                    <a:pt x="616940" y="502297"/>
                  </a:lnTo>
                  <a:lnTo>
                    <a:pt x="642721" y="466318"/>
                  </a:lnTo>
                  <a:lnTo>
                    <a:pt x="646595" y="446811"/>
                  </a:lnTo>
                  <a:lnTo>
                    <a:pt x="646595" y="208610"/>
                  </a:lnTo>
                  <a:close/>
                </a:path>
              </a:pathLst>
            </a:custGeom>
            <a:solidFill>
              <a:srgbClr val="FF5E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504" name="Google Shape;504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05284" y="2462781"/>
              <a:ext cx="171158" cy="152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5" name="Google Shape;505;p29"/>
            <p:cNvSpPr/>
            <p:nvPr/>
          </p:nvSpPr>
          <p:spPr>
            <a:xfrm>
              <a:off x="5334440" y="3537276"/>
              <a:ext cx="6085840" cy="1198245"/>
            </a:xfrm>
            <a:custGeom>
              <a:rect b="b" l="l" r="r" t="t"/>
              <a:pathLst>
                <a:path extrusionOk="0" h="1198245" w="6085840">
                  <a:moveTo>
                    <a:pt x="5971530" y="1198109"/>
                  </a:moveTo>
                  <a:lnTo>
                    <a:pt x="114105" y="1198109"/>
                  </a:lnTo>
                  <a:lnTo>
                    <a:pt x="102864" y="1197566"/>
                  </a:lnTo>
                  <a:lnTo>
                    <a:pt x="60261" y="1184620"/>
                  </a:lnTo>
                  <a:lnTo>
                    <a:pt x="25855" y="1156356"/>
                  </a:lnTo>
                  <a:lnTo>
                    <a:pt x="4884" y="1117077"/>
                  </a:lnTo>
                  <a:lnTo>
                    <a:pt x="0" y="1084003"/>
                  </a:lnTo>
                  <a:lnTo>
                    <a:pt x="0" y="114105"/>
                  </a:lnTo>
                  <a:lnTo>
                    <a:pt x="8684" y="70439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5971530" y="0"/>
                  </a:lnTo>
                  <a:lnTo>
                    <a:pt x="6015195" y="8685"/>
                  </a:lnTo>
                  <a:lnTo>
                    <a:pt x="6052215" y="33420"/>
                  </a:lnTo>
                  <a:lnTo>
                    <a:pt x="6076949" y="70439"/>
                  </a:lnTo>
                  <a:lnTo>
                    <a:pt x="6085636" y="114105"/>
                  </a:lnTo>
                  <a:lnTo>
                    <a:pt x="6085636" y="1084003"/>
                  </a:lnTo>
                  <a:lnTo>
                    <a:pt x="6076948" y="1127669"/>
                  </a:lnTo>
                  <a:lnTo>
                    <a:pt x="6052215" y="1164688"/>
                  </a:lnTo>
                  <a:lnTo>
                    <a:pt x="6015196" y="1189423"/>
                  </a:lnTo>
                  <a:lnTo>
                    <a:pt x="5971530" y="11981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5392559" y="3537279"/>
              <a:ext cx="6028055" cy="1198245"/>
            </a:xfrm>
            <a:custGeom>
              <a:rect b="b" l="l" r="r" t="t"/>
              <a:pathLst>
                <a:path extrusionOk="0" h="1198245" w="6028055">
                  <a:moveTo>
                    <a:pt x="6027509" y="114109"/>
                  </a:moveTo>
                  <a:lnTo>
                    <a:pt x="6018822" y="70446"/>
                  </a:lnTo>
                  <a:lnTo>
                    <a:pt x="5994539" y="33921"/>
                  </a:lnTo>
                  <a:lnTo>
                    <a:pt x="5994095" y="33426"/>
                  </a:lnTo>
                  <a:lnTo>
                    <a:pt x="5985751" y="25857"/>
                  </a:lnTo>
                  <a:lnTo>
                    <a:pt x="5976810" y="19215"/>
                  </a:lnTo>
                  <a:lnTo>
                    <a:pt x="5967247" y="13487"/>
                  </a:lnTo>
                  <a:lnTo>
                    <a:pt x="5958814" y="9512"/>
                  </a:lnTo>
                  <a:lnTo>
                    <a:pt x="5957074" y="8686"/>
                  </a:lnTo>
                  <a:lnTo>
                    <a:pt x="5946483" y="4889"/>
                  </a:lnTo>
                  <a:lnTo>
                    <a:pt x="5935675" y="2171"/>
                  </a:lnTo>
                  <a:lnTo>
                    <a:pt x="5924651" y="546"/>
                  </a:lnTo>
                  <a:lnTo>
                    <a:pt x="5913399" y="0"/>
                  </a:lnTo>
                  <a:lnTo>
                    <a:pt x="55981" y="0"/>
                  </a:lnTo>
                  <a:lnTo>
                    <a:pt x="12319" y="8686"/>
                  </a:lnTo>
                  <a:lnTo>
                    <a:pt x="0" y="14770"/>
                  </a:lnTo>
                  <a:lnTo>
                    <a:pt x="22402" y="20370"/>
                  </a:lnTo>
                  <a:lnTo>
                    <a:pt x="26873" y="17475"/>
                  </a:lnTo>
                  <a:lnTo>
                    <a:pt x="33934" y="13995"/>
                  </a:lnTo>
                  <a:lnTo>
                    <a:pt x="41135" y="11506"/>
                  </a:lnTo>
                  <a:lnTo>
                    <a:pt x="48488" y="10007"/>
                  </a:lnTo>
                  <a:lnTo>
                    <a:pt x="55981" y="9512"/>
                  </a:lnTo>
                  <a:lnTo>
                    <a:pt x="5913399" y="9512"/>
                  </a:lnTo>
                  <a:lnTo>
                    <a:pt x="5953430" y="17475"/>
                  </a:lnTo>
                  <a:lnTo>
                    <a:pt x="5987364" y="40144"/>
                  </a:lnTo>
                  <a:lnTo>
                    <a:pt x="6010033" y="74079"/>
                  </a:lnTo>
                  <a:lnTo>
                    <a:pt x="6017996" y="114109"/>
                  </a:lnTo>
                  <a:lnTo>
                    <a:pt x="6017996" y="1084008"/>
                  </a:lnTo>
                  <a:lnTo>
                    <a:pt x="6010033" y="1124038"/>
                  </a:lnTo>
                  <a:lnTo>
                    <a:pt x="5987821" y="1157465"/>
                  </a:lnTo>
                  <a:lnTo>
                    <a:pt x="5987364" y="1157973"/>
                  </a:lnTo>
                  <a:lnTo>
                    <a:pt x="5953430" y="1180642"/>
                  </a:lnTo>
                  <a:lnTo>
                    <a:pt x="5913399" y="1188605"/>
                  </a:lnTo>
                  <a:lnTo>
                    <a:pt x="55981" y="1188605"/>
                  </a:lnTo>
                  <a:lnTo>
                    <a:pt x="22402" y="1177747"/>
                  </a:lnTo>
                  <a:lnTo>
                    <a:pt x="0" y="1183347"/>
                  </a:lnTo>
                  <a:lnTo>
                    <a:pt x="44742" y="1197571"/>
                  </a:lnTo>
                  <a:lnTo>
                    <a:pt x="55981" y="1198118"/>
                  </a:lnTo>
                  <a:lnTo>
                    <a:pt x="5913399" y="1198118"/>
                  </a:lnTo>
                  <a:lnTo>
                    <a:pt x="5957074" y="1189431"/>
                  </a:lnTo>
                  <a:lnTo>
                    <a:pt x="5958814" y="1188605"/>
                  </a:lnTo>
                  <a:lnTo>
                    <a:pt x="5967247" y="1184617"/>
                  </a:lnTo>
                  <a:lnTo>
                    <a:pt x="5976810" y="1178902"/>
                  </a:lnTo>
                  <a:lnTo>
                    <a:pt x="5985751" y="1172260"/>
                  </a:lnTo>
                  <a:lnTo>
                    <a:pt x="5994095" y="1164691"/>
                  </a:lnTo>
                  <a:lnTo>
                    <a:pt x="5994539" y="1164196"/>
                  </a:lnTo>
                  <a:lnTo>
                    <a:pt x="6001651" y="1156360"/>
                  </a:lnTo>
                  <a:lnTo>
                    <a:pt x="6022619" y="1117079"/>
                  </a:lnTo>
                  <a:lnTo>
                    <a:pt x="6027509" y="1084008"/>
                  </a:lnTo>
                  <a:lnTo>
                    <a:pt x="6027509" y="114109"/>
                  </a:lnTo>
                  <a:close/>
                </a:path>
              </a:pathLst>
            </a:custGeom>
            <a:solidFill>
              <a:srgbClr val="FF5E1F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5334432" y="3551884"/>
              <a:ext cx="647065" cy="1169035"/>
            </a:xfrm>
            <a:custGeom>
              <a:rect b="b" l="l" r="r" t="t"/>
              <a:pathLst>
                <a:path extrusionOk="0" h="1169035" w="647064">
                  <a:moveTo>
                    <a:pt x="80797" y="5600"/>
                  </a:moveTo>
                  <a:lnTo>
                    <a:pt x="58407" y="0"/>
                  </a:lnTo>
                  <a:lnTo>
                    <a:pt x="50698" y="4610"/>
                  </a:lnTo>
                  <a:lnTo>
                    <a:pt x="41757" y="11252"/>
                  </a:lnTo>
                  <a:lnTo>
                    <a:pt x="13487" y="45656"/>
                  </a:lnTo>
                  <a:lnTo>
                    <a:pt x="546" y="88265"/>
                  </a:lnTo>
                  <a:lnTo>
                    <a:pt x="0" y="99504"/>
                  </a:lnTo>
                  <a:lnTo>
                    <a:pt x="0" y="1069403"/>
                  </a:lnTo>
                  <a:lnTo>
                    <a:pt x="8686" y="1113066"/>
                  </a:lnTo>
                  <a:lnTo>
                    <a:pt x="33426" y="1150086"/>
                  </a:lnTo>
                  <a:lnTo>
                    <a:pt x="58407" y="1168908"/>
                  </a:lnTo>
                  <a:lnTo>
                    <a:pt x="80797" y="1163307"/>
                  </a:lnTo>
                  <a:lnTo>
                    <a:pt x="78206" y="1161630"/>
                  </a:lnTo>
                  <a:lnTo>
                    <a:pt x="71831" y="1156385"/>
                  </a:lnTo>
                  <a:lnTo>
                    <a:pt x="47028" y="1118755"/>
                  </a:lnTo>
                  <a:lnTo>
                    <a:pt x="38404" y="1079703"/>
                  </a:lnTo>
                  <a:lnTo>
                    <a:pt x="38036" y="1069403"/>
                  </a:lnTo>
                  <a:lnTo>
                    <a:pt x="38036" y="99504"/>
                  </a:lnTo>
                  <a:lnTo>
                    <a:pt x="43827" y="59474"/>
                  </a:lnTo>
                  <a:lnTo>
                    <a:pt x="65874" y="18605"/>
                  </a:lnTo>
                  <a:lnTo>
                    <a:pt x="78206" y="7277"/>
                  </a:lnTo>
                  <a:lnTo>
                    <a:pt x="80797" y="5600"/>
                  </a:lnTo>
                  <a:close/>
                </a:path>
                <a:path extrusionOk="0" h="1169035" w="647064">
                  <a:moveTo>
                    <a:pt x="646595" y="208610"/>
                  </a:moveTo>
                  <a:lnTo>
                    <a:pt x="630999" y="167195"/>
                  </a:lnTo>
                  <a:lnTo>
                    <a:pt x="595033" y="141414"/>
                  </a:lnTo>
                  <a:lnTo>
                    <a:pt x="575525" y="137541"/>
                  </a:lnTo>
                  <a:lnTo>
                    <a:pt x="337324" y="137541"/>
                  </a:lnTo>
                  <a:lnTo>
                    <a:pt x="295910" y="153136"/>
                  </a:lnTo>
                  <a:lnTo>
                    <a:pt x="270129" y="189115"/>
                  </a:lnTo>
                  <a:lnTo>
                    <a:pt x="266255" y="208610"/>
                  </a:lnTo>
                  <a:lnTo>
                    <a:pt x="266255" y="441820"/>
                  </a:lnTo>
                  <a:lnTo>
                    <a:pt x="266255" y="446811"/>
                  </a:lnTo>
                  <a:lnTo>
                    <a:pt x="281838" y="488238"/>
                  </a:lnTo>
                  <a:lnTo>
                    <a:pt x="317817" y="514007"/>
                  </a:lnTo>
                  <a:lnTo>
                    <a:pt x="337324" y="517893"/>
                  </a:lnTo>
                  <a:lnTo>
                    <a:pt x="575525" y="517893"/>
                  </a:lnTo>
                  <a:lnTo>
                    <a:pt x="616940" y="502297"/>
                  </a:lnTo>
                  <a:lnTo>
                    <a:pt x="642721" y="466318"/>
                  </a:lnTo>
                  <a:lnTo>
                    <a:pt x="646595" y="446811"/>
                  </a:lnTo>
                  <a:lnTo>
                    <a:pt x="646595" y="208610"/>
                  </a:lnTo>
                  <a:close/>
                </a:path>
              </a:pathLst>
            </a:custGeom>
            <a:solidFill>
              <a:srgbClr val="8B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5334440" y="4887527"/>
              <a:ext cx="6085840" cy="1198245"/>
            </a:xfrm>
            <a:custGeom>
              <a:rect b="b" l="l" r="r" t="t"/>
              <a:pathLst>
                <a:path extrusionOk="0" h="1198245" w="6085840">
                  <a:moveTo>
                    <a:pt x="5971530" y="1198109"/>
                  </a:moveTo>
                  <a:lnTo>
                    <a:pt x="114105" y="1198109"/>
                  </a:lnTo>
                  <a:lnTo>
                    <a:pt x="102864" y="1197566"/>
                  </a:lnTo>
                  <a:lnTo>
                    <a:pt x="60261" y="1184620"/>
                  </a:lnTo>
                  <a:lnTo>
                    <a:pt x="25855" y="1156356"/>
                  </a:lnTo>
                  <a:lnTo>
                    <a:pt x="4884" y="1117077"/>
                  </a:lnTo>
                  <a:lnTo>
                    <a:pt x="0" y="1084004"/>
                  </a:lnTo>
                  <a:lnTo>
                    <a:pt x="0" y="114105"/>
                  </a:lnTo>
                  <a:lnTo>
                    <a:pt x="8684" y="70438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5971530" y="0"/>
                  </a:lnTo>
                  <a:lnTo>
                    <a:pt x="6015196" y="8685"/>
                  </a:lnTo>
                  <a:lnTo>
                    <a:pt x="6052215" y="33420"/>
                  </a:lnTo>
                  <a:lnTo>
                    <a:pt x="6076949" y="70438"/>
                  </a:lnTo>
                  <a:lnTo>
                    <a:pt x="6085636" y="114105"/>
                  </a:lnTo>
                  <a:lnTo>
                    <a:pt x="6085636" y="1084004"/>
                  </a:lnTo>
                  <a:lnTo>
                    <a:pt x="6076948" y="1127670"/>
                  </a:lnTo>
                  <a:lnTo>
                    <a:pt x="6052215" y="1164688"/>
                  </a:lnTo>
                  <a:lnTo>
                    <a:pt x="6015196" y="1189423"/>
                  </a:lnTo>
                  <a:lnTo>
                    <a:pt x="5971530" y="11981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5392559" y="4887531"/>
              <a:ext cx="6028055" cy="1198245"/>
            </a:xfrm>
            <a:custGeom>
              <a:rect b="b" l="l" r="r" t="t"/>
              <a:pathLst>
                <a:path extrusionOk="0" h="1198245" w="6028055">
                  <a:moveTo>
                    <a:pt x="6027509" y="114109"/>
                  </a:moveTo>
                  <a:lnTo>
                    <a:pt x="6018822" y="70446"/>
                  </a:lnTo>
                  <a:lnTo>
                    <a:pt x="5994539" y="33921"/>
                  </a:lnTo>
                  <a:lnTo>
                    <a:pt x="5994095" y="33426"/>
                  </a:lnTo>
                  <a:lnTo>
                    <a:pt x="5985751" y="25857"/>
                  </a:lnTo>
                  <a:lnTo>
                    <a:pt x="5976810" y="19215"/>
                  </a:lnTo>
                  <a:lnTo>
                    <a:pt x="5967247" y="13487"/>
                  </a:lnTo>
                  <a:lnTo>
                    <a:pt x="5958814" y="9512"/>
                  </a:lnTo>
                  <a:lnTo>
                    <a:pt x="5957074" y="8686"/>
                  </a:lnTo>
                  <a:lnTo>
                    <a:pt x="5946483" y="4889"/>
                  </a:lnTo>
                  <a:lnTo>
                    <a:pt x="5935675" y="2171"/>
                  </a:lnTo>
                  <a:lnTo>
                    <a:pt x="5924651" y="546"/>
                  </a:lnTo>
                  <a:lnTo>
                    <a:pt x="5913399" y="0"/>
                  </a:lnTo>
                  <a:lnTo>
                    <a:pt x="55981" y="0"/>
                  </a:lnTo>
                  <a:lnTo>
                    <a:pt x="12319" y="8686"/>
                  </a:lnTo>
                  <a:lnTo>
                    <a:pt x="0" y="14770"/>
                  </a:lnTo>
                  <a:lnTo>
                    <a:pt x="22402" y="20370"/>
                  </a:lnTo>
                  <a:lnTo>
                    <a:pt x="26873" y="17475"/>
                  </a:lnTo>
                  <a:lnTo>
                    <a:pt x="33934" y="13982"/>
                  </a:lnTo>
                  <a:lnTo>
                    <a:pt x="41135" y="11506"/>
                  </a:lnTo>
                  <a:lnTo>
                    <a:pt x="48488" y="10007"/>
                  </a:lnTo>
                  <a:lnTo>
                    <a:pt x="55981" y="9512"/>
                  </a:lnTo>
                  <a:lnTo>
                    <a:pt x="5913399" y="9512"/>
                  </a:lnTo>
                  <a:lnTo>
                    <a:pt x="5953430" y="17475"/>
                  </a:lnTo>
                  <a:lnTo>
                    <a:pt x="5987364" y="40144"/>
                  </a:lnTo>
                  <a:lnTo>
                    <a:pt x="6010033" y="74079"/>
                  </a:lnTo>
                  <a:lnTo>
                    <a:pt x="6017996" y="114109"/>
                  </a:lnTo>
                  <a:lnTo>
                    <a:pt x="6017996" y="1084008"/>
                  </a:lnTo>
                  <a:lnTo>
                    <a:pt x="6010033" y="1124038"/>
                  </a:lnTo>
                  <a:lnTo>
                    <a:pt x="5987821" y="1157465"/>
                  </a:lnTo>
                  <a:lnTo>
                    <a:pt x="5953430" y="1180642"/>
                  </a:lnTo>
                  <a:lnTo>
                    <a:pt x="5913399" y="1188605"/>
                  </a:lnTo>
                  <a:lnTo>
                    <a:pt x="55981" y="1188605"/>
                  </a:lnTo>
                  <a:lnTo>
                    <a:pt x="22402" y="1177747"/>
                  </a:lnTo>
                  <a:lnTo>
                    <a:pt x="0" y="1183347"/>
                  </a:lnTo>
                  <a:lnTo>
                    <a:pt x="44742" y="1197571"/>
                  </a:lnTo>
                  <a:lnTo>
                    <a:pt x="55981" y="1198105"/>
                  </a:lnTo>
                  <a:lnTo>
                    <a:pt x="5913399" y="1198105"/>
                  </a:lnTo>
                  <a:lnTo>
                    <a:pt x="5957074" y="1189431"/>
                  </a:lnTo>
                  <a:lnTo>
                    <a:pt x="5958814" y="1188605"/>
                  </a:lnTo>
                  <a:lnTo>
                    <a:pt x="5967247" y="1184617"/>
                  </a:lnTo>
                  <a:lnTo>
                    <a:pt x="5976810" y="1178902"/>
                  </a:lnTo>
                  <a:lnTo>
                    <a:pt x="5985751" y="1172260"/>
                  </a:lnTo>
                  <a:lnTo>
                    <a:pt x="5994095" y="1164691"/>
                  </a:lnTo>
                  <a:lnTo>
                    <a:pt x="5994539" y="1164196"/>
                  </a:lnTo>
                  <a:lnTo>
                    <a:pt x="6001651" y="1156360"/>
                  </a:lnTo>
                  <a:lnTo>
                    <a:pt x="6022619" y="1117079"/>
                  </a:lnTo>
                  <a:lnTo>
                    <a:pt x="6027509" y="1084008"/>
                  </a:lnTo>
                  <a:lnTo>
                    <a:pt x="6027509" y="114109"/>
                  </a:lnTo>
                  <a:close/>
                </a:path>
              </a:pathLst>
            </a:custGeom>
            <a:solidFill>
              <a:srgbClr val="FF5E1F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5334432" y="4902136"/>
              <a:ext cx="647065" cy="1169035"/>
            </a:xfrm>
            <a:custGeom>
              <a:rect b="b" l="l" r="r" t="t"/>
              <a:pathLst>
                <a:path extrusionOk="0" h="1169035" w="647064">
                  <a:moveTo>
                    <a:pt x="80797" y="5600"/>
                  </a:moveTo>
                  <a:lnTo>
                    <a:pt x="58407" y="0"/>
                  </a:lnTo>
                  <a:lnTo>
                    <a:pt x="50698" y="4610"/>
                  </a:lnTo>
                  <a:lnTo>
                    <a:pt x="41757" y="11252"/>
                  </a:lnTo>
                  <a:lnTo>
                    <a:pt x="13487" y="45656"/>
                  </a:lnTo>
                  <a:lnTo>
                    <a:pt x="546" y="88265"/>
                  </a:lnTo>
                  <a:lnTo>
                    <a:pt x="0" y="99504"/>
                  </a:lnTo>
                  <a:lnTo>
                    <a:pt x="0" y="1069403"/>
                  </a:lnTo>
                  <a:lnTo>
                    <a:pt x="8686" y="1113066"/>
                  </a:lnTo>
                  <a:lnTo>
                    <a:pt x="33426" y="1150086"/>
                  </a:lnTo>
                  <a:lnTo>
                    <a:pt x="58407" y="1168908"/>
                  </a:lnTo>
                  <a:lnTo>
                    <a:pt x="80797" y="1163307"/>
                  </a:lnTo>
                  <a:lnTo>
                    <a:pt x="78206" y="1161630"/>
                  </a:lnTo>
                  <a:lnTo>
                    <a:pt x="71831" y="1156385"/>
                  </a:lnTo>
                  <a:lnTo>
                    <a:pt x="47028" y="1118755"/>
                  </a:lnTo>
                  <a:lnTo>
                    <a:pt x="38404" y="1079703"/>
                  </a:lnTo>
                  <a:lnTo>
                    <a:pt x="38036" y="1069403"/>
                  </a:lnTo>
                  <a:lnTo>
                    <a:pt x="38036" y="99504"/>
                  </a:lnTo>
                  <a:lnTo>
                    <a:pt x="43827" y="59474"/>
                  </a:lnTo>
                  <a:lnTo>
                    <a:pt x="65874" y="18605"/>
                  </a:lnTo>
                  <a:lnTo>
                    <a:pt x="78206" y="7264"/>
                  </a:lnTo>
                  <a:lnTo>
                    <a:pt x="80797" y="5600"/>
                  </a:lnTo>
                  <a:close/>
                </a:path>
                <a:path extrusionOk="0" h="1169035" w="647064">
                  <a:moveTo>
                    <a:pt x="646595" y="208610"/>
                  </a:moveTo>
                  <a:lnTo>
                    <a:pt x="630999" y="167195"/>
                  </a:lnTo>
                  <a:lnTo>
                    <a:pt x="595033" y="141414"/>
                  </a:lnTo>
                  <a:lnTo>
                    <a:pt x="575525" y="137541"/>
                  </a:lnTo>
                  <a:lnTo>
                    <a:pt x="337324" y="137541"/>
                  </a:lnTo>
                  <a:lnTo>
                    <a:pt x="295910" y="153136"/>
                  </a:lnTo>
                  <a:lnTo>
                    <a:pt x="270129" y="189115"/>
                  </a:lnTo>
                  <a:lnTo>
                    <a:pt x="266255" y="208610"/>
                  </a:lnTo>
                  <a:lnTo>
                    <a:pt x="266255" y="441820"/>
                  </a:lnTo>
                  <a:lnTo>
                    <a:pt x="266255" y="446811"/>
                  </a:lnTo>
                  <a:lnTo>
                    <a:pt x="281838" y="488238"/>
                  </a:lnTo>
                  <a:lnTo>
                    <a:pt x="317817" y="514007"/>
                  </a:lnTo>
                  <a:lnTo>
                    <a:pt x="337324" y="517893"/>
                  </a:lnTo>
                  <a:lnTo>
                    <a:pt x="575525" y="517893"/>
                  </a:lnTo>
                  <a:lnTo>
                    <a:pt x="616940" y="502297"/>
                  </a:lnTo>
                  <a:lnTo>
                    <a:pt x="642721" y="466318"/>
                  </a:lnTo>
                  <a:lnTo>
                    <a:pt x="646595" y="446811"/>
                  </a:lnTo>
                  <a:lnTo>
                    <a:pt x="646595" y="208610"/>
                  </a:lnTo>
                  <a:close/>
                </a:path>
              </a:pathLst>
            </a:custGeom>
            <a:solidFill>
              <a:srgbClr val="2FD5C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511" name="Google Shape;511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04362" y="5162361"/>
              <a:ext cx="172079" cy="13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2" name="Google Shape;512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0213" y="2196534"/>
              <a:ext cx="4259945" cy="38891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3" name="Google Shape;513;p29"/>
          <p:cNvSpPr txBox="1"/>
          <p:nvPr/>
        </p:nvSpPr>
        <p:spPr>
          <a:xfrm>
            <a:off x="752750" y="1291900"/>
            <a:ext cx="69687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sistema cuenta con múltiples capas de monitoreo para asegurar la estabilidad y facilitar el mantenimiento, proporcionando una visibilidad integral del flujo de trabajo de los agentes.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4" name="Google Shape;514;p29"/>
          <p:cNvSpPr txBox="1"/>
          <p:nvPr/>
        </p:nvSpPr>
        <p:spPr>
          <a:xfrm>
            <a:off x="3001591" y="3157536"/>
            <a:ext cx="316484" cy="135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RMA</a:t>
            </a:r>
            <a:endParaRPr sz="7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5" name="Google Shape;515;p29"/>
          <p:cNvSpPr txBox="1"/>
          <p:nvPr/>
        </p:nvSpPr>
        <p:spPr>
          <a:xfrm>
            <a:off x="1632323" y="4070381"/>
            <a:ext cx="679196" cy="135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SNIFFER</a:t>
            </a:r>
            <a:endParaRPr sz="7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6" name="Google Shape;516;p29"/>
          <p:cNvSpPr txBox="1"/>
          <p:nvPr/>
        </p:nvSpPr>
        <p:spPr>
          <a:xfrm>
            <a:off x="3001591" y="4983227"/>
            <a:ext cx="407162" cy="135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LOGS</a:t>
            </a:r>
            <a:endParaRPr sz="7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7" name="Google Shape;517;p29"/>
          <p:cNvSpPr txBox="1"/>
          <p:nvPr/>
        </p:nvSpPr>
        <p:spPr>
          <a:xfrm>
            <a:off x="1640495" y="5740128"/>
            <a:ext cx="3835908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D9E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PIPELINE DE SUPERVISIÓN MULTINIVEL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8" name="Google Shape;518;p29"/>
          <p:cNvSpPr txBox="1"/>
          <p:nvPr/>
        </p:nvSpPr>
        <p:spPr>
          <a:xfrm>
            <a:off x="5392575" y="2324000"/>
            <a:ext cx="59037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735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JADE RMA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0" lvl="0" marL="735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5557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Consola de administración para supervisar el ciclo de vida de los agentes activos. Permite el control dinámico y la gestión del estado global del sistema.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9" name="Google Shape;519;p29"/>
          <p:cNvSpPr txBox="1"/>
          <p:nvPr/>
        </p:nvSpPr>
        <p:spPr>
          <a:xfrm>
            <a:off x="5476400" y="3710225"/>
            <a:ext cx="59037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735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Sniffer Agent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0" lvl="0" marL="735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5557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Generación automática de diagramas de secuencia para verificar el contenido y la performativa de cada mensaje ACL, asegurando la integridad de la comunicación.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0" name="Google Shape;520;p29"/>
          <p:cNvSpPr txBox="1"/>
          <p:nvPr/>
        </p:nvSpPr>
        <p:spPr>
          <a:xfrm>
            <a:off x="5392563" y="5103038"/>
            <a:ext cx="59874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735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Logs de Consola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0" lvl="0" marL="735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55575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Trazas detalladas para el seguimiento de la lógica interna y detección de errores en tiempo de ejecución, proporcionando trazabilidad absoluta.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21" name="Google Shape;52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2714" y="3710223"/>
            <a:ext cx="35242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/>
          <p:nvPr/>
        </p:nvSpPr>
        <p:spPr>
          <a:xfrm>
            <a:off x="7692625" y="0"/>
            <a:ext cx="4486910" cy="5016500"/>
          </a:xfrm>
          <a:custGeom>
            <a:rect b="b" l="l" r="r" t="t"/>
            <a:pathLst>
              <a:path extrusionOk="0" h="5016500" w="4486909">
                <a:moveTo>
                  <a:pt x="3780633" y="4864099"/>
                </a:moveTo>
                <a:lnTo>
                  <a:pt x="1924649" y="4864099"/>
                </a:lnTo>
                <a:lnTo>
                  <a:pt x="1696633" y="4775199"/>
                </a:lnTo>
                <a:lnTo>
                  <a:pt x="1664719" y="4749799"/>
                </a:lnTo>
                <a:lnTo>
                  <a:pt x="1538891" y="4698999"/>
                </a:lnTo>
                <a:lnTo>
                  <a:pt x="1507915" y="4673599"/>
                </a:lnTo>
                <a:lnTo>
                  <a:pt x="1446579" y="4648199"/>
                </a:lnTo>
                <a:lnTo>
                  <a:pt x="1416228" y="4622799"/>
                </a:lnTo>
                <a:lnTo>
                  <a:pt x="1386090" y="4610099"/>
                </a:lnTo>
                <a:lnTo>
                  <a:pt x="1356172" y="4584699"/>
                </a:lnTo>
                <a:lnTo>
                  <a:pt x="1326484" y="4571999"/>
                </a:lnTo>
                <a:lnTo>
                  <a:pt x="1297026" y="4546599"/>
                </a:lnTo>
                <a:lnTo>
                  <a:pt x="1267798" y="4533899"/>
                </a:lnTo>
                <a:lnTo>
                  <a:pt x="1238808" y="4508499"/>
                </a:lnTo>
                <a:lnTo>
                  <a:pt x="1210066" y="4495799"/>
                </a:lnTo>
                <a:lnTo>
                  <a:pt x="1181571" y="4470399"/>
                </a:lnTo>
                <a:lnTo>
                  <a:pt x="1153324" y="4457699"/>
                </a:lnTo>
                <a:lnTo>
                  <a:pt x="1097605" y="4406899"/>
                </a:lnTo>
                <a:lnTo>
                  <a:pt x="1070143" y="4394199"/>
                </a:lnTo>
                <a:lnTo>
                  <a:pt x="1042945" y="4368799"/>
                </a:lnTo>
                <a:lnTo>
                  <a:pt x="989373" y="4317999"/>
                </a:lnTo>
                <a:lnTo>
                  <a:pt x="963008" y="4292599"/>
                </a:lnTo>
                <a:lnTo>
                  <a:pt x="936924" y="4279899"/>
                </a:lnTo>
                <a:lnTo>
                  <a:pt x="885629" y="4229099"/>
                </a:lnTo>
                <a:lnTo>
                  <a:pt x="835518" y="4178299"/>
                </a:lnTo>
                <a:lnTo>
                  <a:pt x="786623" y="4127499"/>
                </a:lnTo>
                <a:lnTo>
                  <a:pt x="738972" y="4076699"/>
                </a:lnTo>
                <a:lnTo>
                  <a:pt x="692595" y="4025899"/>
                </a:lnTo>
                <a:lnTo>
                  <a:pt x="647519" y="3975099"/>
                </a:lnTo>
                <a:lnTo>
                  <a:pt x="603770" y="3911599"/>
                </a:lnTo>
                <a:lnTo>
                  <a:pt x="582404" y="3886199"/>
                </a:lnTo>
                <a:lnTo>
                  <a:pt x="561377" y="3860799"/>
                </a:lnTo>
                <a:lnTo>
                  <a:pt x="540695" y="3835399"/>
                </a:lnTo>
                <a:lnTo>
                  <a:pt x="520364" y="3809999"/>
                </a:lnTo>
                <a:lnTo>
                  <a:pt x="500384" y="3771899"/>
                </a:lnTo>
                <a:lnTo>
                  <a:pt x="480755" y="3746499"/>
                </a:lnTo>
                <a:lnTo>
                  <a:pt x="461484" y="3721099"/>
                </a:lnTo>
                <a:lnTo>
                  <a:pt x="442576" y="3682999"/>
                </a:lnTo>
                <a:lnTo>
                  <a:pt x="424030" y="3657599"/>
                </a:lnTo>
                <a:lnTo>
                  <a:pt x="405848" y="3632199"/>
                </a:lnTo>
                <a:lnTo>
                  <a:pt x="388034" y="3594099"/>
                </a:lnTo>
                <a:lnTo>
                  <a:pt x="370594" y="3568699"/>
                </a:lnTo>
                <a:lnTo>
                  <a:pt x="353527" y="3543299"/>
                </a:lnTo>
                <a:lnTo>
                  <a:pt x="336835" y="3505199"/>
                </a:lnTo>
                <a:lnTo>
                  <a:pt x="320521" y="3479799"/>
                </a:lnTo>
                <a:lnTo>
                  <a:pt x="304591" y="3441699"/>
                </a:lnTo>
                <a:lnTo>
                  <a:pt x="289045" y="3416299"/>
                </a:lnTo>
                <a:lnTo>
                  <a:pt x="273883" y="3378199"/>
                </a:lnTo>
                <a:lnTo>
                  <a:pt x="259108" y="3352799"/>
                </a:lnTo>
                <a:lnTo>
                  <a:pt x="244727" y="3314699"/>
                </a:lnTo>
                <a:lnTo>
                  <a:pt x="230738" y="3289299"/>
                </a:lnTo>
                <a:lnTo>
                  <a:pt x="217143" y="3251199"/>
                </a:lnTo>
                <a:lnTo>
                  <a:pt x="203944" y="3225799"/>
                </a:lnTo>
                <a:lnTo>
                  <a:pt x="191146" y="3187699"/>
                </a:lnTo>
                <a:lnTo>
                  <a:pt x="178749" y="3149599"/>
                </a:lnTo>
                <a:lnTo>
                  <a:pt x="166753" y="3124199"/>
                </a:lnTo>
                <a:lnTo>
                  <a:pt x="155161" y="3086099"/>
                </a:lnTo>
                <a:lnTo>
                  <a:pt x="143977" y="3060699"/>
                </a:lnTo>
                <a:lnTo>
                  <a:pt x="133202" y="3022599"/>
                </a:lnTo>
                <a:lnTo>
                  <a:pt x="122833" y="2984499"/>
                </a:lnTo>
                <a:lnTo>
                  <a:pt x="112876" y="2959099"/>
                </a:lnTo>
                <a:lnTo>
                  <a:pt x="103333" y="2920999"/>
                </a:lnTo>
                <a:lnTo>
                  <a:pt x="94204" y="2882899"/>
                </a:lnTo>
                <a:lnTo>
                  <a:pt x="85489" y="2857499"/>
                </a:lnTo>
                <a:lnTo>
                  <a:pt x="77191" y="2819399"/>
                </a:lnTo>
                <a:lnTo>
                  <a:pt x="69312" y="2781299"/>
                </a:lnTo>
                <a:lnTo>
                  <a:pt x="61852" y="2755899"/>
                </a:lnTo>
                <a:lnTo>
                  <a:pt x="54811" y="2717799"/>
                </a:lnTo>
                <a:lnTo>
                  <a:pt x="48192" y="2679699"/>
                </a:lnTo>
                <a:lnTo>
                  <a:pt x="41996" y="2654299"/>
                </a:lnTo>
                <a:lnTo>
                  <a:pt x="36223" y="2616199"/>
                </a:lnTo>
                <a:lnTo>
                  <a:pt x="30874" y="2578099"/>
                </a:lnTo>
                <a:lnTo>
                  <a:pt x="25950" y="2539999"/>
                </a:lnTo>
                <a:lnTo>
                  <a:pt x="21452" y="2514599"/>
                </a:lnTo>
                <a:lnTo>
                  <a:pt x="17381" y="2476499"/>
                </a:lnTo>
                <a:lnTo>
                  <a:pt x="13736" y="2438399"/>
                </a:lnTo>
                <a:lnTo>
                  <a:pt x="10518" y="2400299"/>
                </a:lnTo>
                <a:lnTo>
                  <a:pt x="7728" y="2374899"/>
                </a:lnTo>
                <a:lnTo>
                  <a:pt x="5368" y="2336799"/>
                </a:lnTo>
                <a:lnTo>
                  <a:pt x="3435" y="2298699"/>
                </a:lnTo>
                <a:lnTo>
                  <a:pt x="1932" y="2260599"/>
                </a:lnTo>
                <a:lnTo>
                  <a:pt x="858" y="2235199"/>
                </a:lnTo>
                <a:lnTo>
                  <a:pt x="214" y="2197099"/>
                </a:lnTo>
                <a:lnTo>
                  <a:pt x="0" y="2158999"/>
                </a:lnTo>
                <a:lnTo>
                  <a:pt x="214" y="2120899"/>
                </a:lnTo>
                <a:lnTo>
                  <a:pt x="1932" y="2057399"/>
                </a:lnTo>
                <a:lnTo>
                  <a:pt x="3435" y="2019299"/>
                </a:lnTo>
                <a:lnTo>
                  <a:pt x="5368" y="1981199"/>
                </a:lnTo>
                <a:lnTo>
                  <a:pt x="7728" y="1955799"/>
                </a:lnTo>
                <a:lnTo>
                  <a:pt x="10518" y="1917699"/>
                </a:lnTo>
                <a:lnTo>
                  <a:pt x="13736" y="1879599"/>
                </a:lnTo>
                <a:lnTo>
                  <a:pt x="17381" y="1841499"/>
                </a:lnTo>
                <a:lnTo>
                  <a:pt x="21452" y="1816099"/>
                </a:lnTo>
                <a:lnTo>
                  <a:pt x="25950" y="1777999"/>
                </a:lnTo>
                <a:lnTo>
                  <a:pt x="30875" y="1739899"/>
                </a:lnTo>
                <a:lnTo>
                  <a:pt x="36224" y="1714499"/>
                </a:lnTo>
                <a:lnTo>
                  <a:pt x="41996" y="1676399"/>
                </a:lnTo>
                <a:lnTo>
                  <a:pt x="48192" y="1638299"/>
                </a:lnTo>
                <a:lnTo>
                  <a:pt x="54811" y="1600199"/>
                </a:lnTo>
                <a:lnTo>
                  <a:pt x="61852" y="1574799"/>
                </a:lnTo>
                <a:lnTo>
                  <a:pt x="69312" y="1536699"/>
                </a:lnTo>
                <a:lnTo>
                  <a:pt x="77191" y="1498599"/>
                </a:lnTo>
                <a:lnTo>
                  <a:pt x="85489" y="1473199"/>
                </a:lnTo>
                <a:lnTo>
                  <a:pt x="94204" y="1435099"/>
                </a:lnTo>
                <a:lnTo>
                  <a:pt x="103333" y="1396999"/>
                </a:lnTo>
                <a:lnTo>
                  <a:pt x="112876" y="1371599"/>
                </a:lnTo>
                <a:lnTo>
                  <a:pt x="122833" y="1333499"/>
                </a:lnTo>
                <a:lnTo>
                  <a:pt x="133201" y="1295399"/>
                </a:lnTo>
                <a:lnTo>
                  <a:pt x="143977" y="1269999"/>
                </a:lnTo>
                <a:lnTo>
                  <a:pt x="155161" y="1231899"/>
                </a:lnTo>
                <a:lnTo>
                  <a:pt x="166753" y="1206499"/>
                </a:lnTo>
                <a:lnTo>
                  <a:pt x="178749" y="1168399"/>
                </a:lnTo>
                <a:lnTo>
                  <a:pt x="191146" y="1130299"/>
                </a:lnTo>
                <a:lnTo>
                  <a:pt x="203944" y="1104899"/>
                </a:lnTo>
                <a:lnTo>
                  <a:pt x="217143" y="1066799"/>
                </a:lnTo>
                <a:lnTo>
                  <a:pt x="230738" y="1041399"/>
                </a:lnTo>
                <a:lnTo>
                  <a:pt x="244727" y="1003299"/>
                </a:lnTo>
                <a:lnTo>
                  <a:pt x="259108" y="977899"/>
                </a:lnTo>
                <a:lnTo>
                  <a:pt x="273883" y="939799"/>
                </a:lnTo>
                <a:lnTo>
                  <a:pt x="289045" y="914399"/>
                </a:lnTo>
                <a:lnTo>
                  <a:pt x="304591" y="876299"/>
                </a:lnTo>
                <a:lnTo>
                  <a:pt x="320521" y="850899"/>
                </a:lnTo>
                <a:lnTo>
                  <a:pt x="336835" y="812799"/>
                </a:lnTo>
                <a:lnTo>
                  <a:pt x="353527" y="787399"/>
                </a:lnTo>
                <a:lnTo>
                  <a:pt x="370593" y="749299"/>
                </a:lnTo>
                <a:lnTo>
                  <a:pt x="388034" y="723899"/>
                </a:lnTo>
                <a:lnTo>
                  <a:pt x="405847" y="698499"/>
                </a:lnTo>
                <a:lnTo>
                  <a:pt x="424030" y="660399"/>
                </a:lnTo>
                <a:lnTo>
                  <a:pt x="442575" y="634999"/>
                </a:lnTo>
                <a:lnTo>
                  <a:pt x="461484" y="609599"/>
                </a:lnTo>
                <a:lnTo>
                  <a:pt x="480755" y="571499"/>
                </a:lnTo>
                <a:lnTo>
                  <a:pt x="500383" y="546099"/>
                </a:lnTo>
                <a:lnTo>
                  <a:pt x="520363" y="520699"/>
                </a:lnTo>
                <a:lnTo>
                  <a:pt x="540694" y="495299"/>
                </a:lnTo>
                <a:lnTo>
                  <a:pt x="561376" y="457199"/>
                </a:lnTo>
                <a:lnTo>
                  <a:pt x="603770" y="406399"/>
                </a:lnTo>
                <a:lnTo>
                  <a:pt x="647519" y="355599"/>
                </a:lnTo>
                <a:lnTo>
                  <a:pt x="669894" y="330199"/>
                </a:lnTo>
                <a:lnTo>
                  <a:pt x="692595" y="292099"/>
                </a:lnTo>
                <a:lnTo>
                  <a:pt x="738972" y="241299"/>
                </a:lnTo>
                <a:lnTo>
                  <a:pt x="786623" y="190499"/>
                </a:lnTo>
                <a:lnTo>
                  <a:pt x="835518" y="139699"/>
                </a:lnTo>
                <a:lnTo>
                  <a:pt x="885629" y="101599"/>
                </a:lnTo>
                <a:lnTo>
                  <a:pt x="911128" y="76199"/>
                </a:lnTo>
                <a:lnTo>
                  <a:pt x="936924" y="50799"/>
                </a:lnTo>
                <a:lnTo>
                  <a:pt x="963008" y="25399"/>
                </a:lnTo>
                <a:lnTo>
                  <a:pt x="989373" y="0"/>
                </a:lnTo>
                <a:lnTo>
                  <a:pt x="4486575" y="0"/>
                </a:lnTo>
                <a:lnTo>
                  <a:pt x="4486575" y="4495799"/>
                </a:lnTo>
                <a:lnTo>
                  <a:pt x="4466475" y="4508499"/>
                </a:lnTo>
                <a:lnTo>
                  <a:pt x="4437485" y="4533899"/>
                </a:lnTo>
                <a:lnTo>
                  <a:pt x="4408257" y="4546599"/>
                </a:lnTo>
                <a:lnTo>
                  <a:pt x="4378798" y="4571999"/>
                </a:lnTo>
                <a:lnTo>
                  <a:pt x="4349110" y="4584699"/>
                </a:lnTo>
                <a:lnTo>
                  <a:pt x="4319193" y="4610099"/>
                </a:lnTo>
                <a:lnTo>
                  <a:pt x="4289054" y="4622799"/>
                </a:lnTo>
                <a:lnTo>
                  <a:pt x="4258704" y="4648199"/>
                </a:lnTo>
                <a:lnTo>
                  <a:pt x="4197368" y="4673599"/>
                </a:lnTo>
                <a:lnTo>
                  <a:pt x="4166392" y="4698999"/>
                </a:lnTo>
                <a:lnTo>
                  <a:pt x="4040564" y="4749799"/>
                </a:lnTo>
                <a:lnTo>
                  <a:pt x="4008650" y="4775199"/>
                </a:lnTo>
                <a:lnTo>
                  <a:pt x="3780633" y="4864099"/>
                </a:lnTo>
                <a:close/>
              </a:path>
              <a:path extrusionOk="0" h="5016500" w="4486909">
                <a:moveTo>
                  <a:pt x="3613476" y="4914899"/>
                </a:moveTo>
                <a:lnTo>
                  <a:pt x="2091805" y="4914899"/>
                </a:lnTo>
                <a:lnTo>
                  <a:pt x="1957819" y="4864099"/>
                </a:lnTo>
                <a:lnTo>
                  <a:pt x="3747463" y="4864099"/>
                </a:lnTo>
                <a:lnTo>
                  <a:pt x="3613476" y="4914899"/>
                </a:lnTo>
                <a:close/>
              </a:path>
              <a:path extrusionOk="0" h="5016500" w="4486909">
                <a:moveTo>
                  <a:pt x="3511764" y="4940299"/>
                </a:moveTo>
                <a:lnTo>
                  <a:pt x="2193518" y="4940299"/>
                </a:lnTo>
                <a:lnTo>
                  <a:pt x="2125598" y="4914899"/>
                </a:lnTo>
                <a:lnTo>
                  <a:pt x="3579683" y="4914899"/>
                </a:lnTo>
                <a:lnTo>
                  <a:pt x="3511764" y="4940299"/>
                </a:lnTo>
                <a:close/>
              </a:path>
              <a:path extrusionOk="0" h="5016500" w="4486909">
                <a:moveTo>
                  <a:pt x="3409163" y="4965699"/>
                </a:moveTo>
                <a:lnTo>
                  <a:pt x="2296119" y="4965699"/>
                </a:lnTo>
                <a:lnTo>
                  <a:pt x="2227624" y="4940299"/>
                </a:lnTo>
                <a:lnTo>
                  <a:pt x="3477658" y="4940299"/>
                </a:lnTo>
                <a:lnTo>
                  <a:pt x="3409163" y="4965699"/>
                </a:lnTo>
                <a:close/>
              </a:path>
              <a:path extrusionOk="0" h="5016500" w="4486909">
                <a:moveTo>
                  <a:pt x="3340333" y="4978399"/>
                </a:moveTo>
                <a:lnTo>
                  <a:pt x="2364949" y="4978399"/>
                </a:lnTo>
                <a:lnTo>
                  <a:pt x="2330497" y="4965699"/>
                </a:lnTo>
                <a:lnTo>
                  <a:pt x="3374785" y="4965699"/>
                </a:lnTo>
                <a:lnTo>
                  <a:pt x="3340333" y="4978399"/>
                </a:lnTo>
                <a:close/>
              </a:path>
              <a:path extrusionOk="0" h="5016500" w="4486909">
                <a:moveTo>
                  <a:pt x="3236549" y="4991099"/>
                </a:moveTo>
                <a:lnTo>
                  <a:pt x="2468734" y="4991099"/>
                </a:lnTo>
                <a:lnTo>
                  <a:pt x="2434073" y="4978399"/>
                </a:lnTo>
                <a:lnTo>
                  <a:pt x="3271210" y="4978399"/>
                </a:lnTo>
                <a:lnTo>
                  <a:pt x="3236549" y="4991099"/>
                </a:lnTo>
                <a:close/>
              </a:path>
              <a:path extrusionOk="0" h="5016500" w="4486909">
                <a:moveTo>
                  <a:pt x="3132249" y="5003799"/>
                </a:moveTo>
                <a:lnTo>
                  <a:pt x="2573035" y="5003799"/>
                </a:lnTo>
                <a:lnTo>
                  <a:pt x="2538215" y="4991099"/>
                </a:lnTo>
                <a:lnTo>
                  <a:pt x="3167069" y="4991099"/>
                </a:lnTo>
                <a:lnTo>
                  <a:pt x="3132249" y="5003799"/>
                </a:lnTo>
                <a:close/>
              </a:path>
              <a:path extrusionOk="0" h="5016500" w="4486909">
                <a:moveTo>
                  <a:pt x="2992613" y="5016499"/>
                </a:moveTo>
                <a:lnTo>
                  <a:pt x="2712669" y="5016499"/>
                </a:lnTo>
                <a:lnTo>
                  <a:pt x="2677713" y="5003799"/>
                </a:lnTo>
                <a:lnTo>
                  <a:pt x="3027570" y="5003799"/>
                </a:lnTo>
                <a:lnTo>
                  <a:pt x="2992613" y="5016499"/>
                </a:lnTo>
                <a:close/>
              </a:path>
            </a:pathLst>
          </a:custGeom>
          <a:solidFill>
            <a:srgbClr val="FF5E1F">
              <a:alpha val="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7" name="Google Shape;527;p30"/>
          <p:cNvSpPr/>
          <p:nvPr/>
        </p:nvSpPr>
        <p:spPr>
          <a:xfrm>
            <a:off x="9508" y="3385135"/>
            <a:ext cx="3195320" cy="3441700"/>
          </a:xfrm>
          <a:custGeom>
            <a:rect b="b" l="l" r="r" t="t"/>
            <a:pathLst>
              <a:path extrusionOk="0" h="3441700" w="3195320">
                <a:moveTo>
                  <a:pt x="1525993" y="12699"/>
                </a:moveTo>
                <a:lnTo>
                  <a:pt x="1060401" y="12699"/>
                </a:lnTo>
                <a:lnTo>
                  <a:pt x="1083579" y="0"/>
                </a:lnTo>
                <a:lnTo>
                  <a:pt x="1502815" y="0"/>
                </a:lnTo>
                <a:lnTo>
                  <a:pt x="1525993" y="12699"/>
                </a:lnTo>
                <a:close/>
              </a:path>
              <a:path extrusionOk="0" h="3441700" w="3195320">
                <a:moveTo>
                  <a:pt x="1618326" y="25399"/>
                </a:moveTo>
                <a:lnTo>
                  <a:pt x="968068" y="25399"/>
                </a:lnTo>
                <a:lnTo>
                  <a:pt x="991085" y="12699"/>
                </a:lnTo>
                <a:lnTo>
                  <a:pt x="1595309" y="12699"/>
                </a:lnTo>
                <a:lnTo>
                  <a:pt x="1618326" y="25399"/>
                </a:lnTo>
                <a:close/>
              </a:path>
              <a:path extrusionOk="0" h="3441700" w="3195320">
                <a:moveTo>
                  <a:pt x="1687075" y="38099"/>
                </a:moveTo>
                <a:lnTo>
                  <a:pt x="899319" y="38099"/>
                </a:lnTo>
                <a:lnTo>
                  <a:pt x="922182" y="25399"/>
                </a:lnTo>
                <a:lnTo>
                  <a:pt x="1664212" y="25399"/>
                </a:lnTo>
                <a:lnTo>
                  <a:pt x="1687075" y="38099"/>
                </a:lnTo>
                <a:close/>
              </a:path>
              <a:path extrusionOk="0" h="3441700" w="3195320">
                <a:moveTo>
                  <a:pt x="1732613" y="50799"/>
                </a:moveTo>
                <a:lnTo>
                  <a:pt x="853781" y="50799"/>
                </a:lnTo>
                <a:lnTo>
                  <a:pt x="876519" y="38099"/>
                </a:lnTo>
                <a:lnTo>
                  <a:pt x="1709875" y="38099"/>
                </a:lnTo>
                <a:lnTo>
                  <a:pt x="1732613" y="50799"/>
                </a:lnTo>
                <a:close/>
              </a:path>
              <a:path extrusionOk="0" h="3441700" w="3195320">
                <a:moveTo>
                  <a:pt x="1800421" y="63499"/>
                </a:moveTo>
                <a:lnTo>
                  <a:pt x="785973" y="63499"/>
                </a:lnTo>
                <a:lnTo>
                  <a:pt x="808502" y="50799"/>
                </a:lnTo>
                <a:lnTo>
                  <a:pt x="1777892" y="50799"/>
                </a:lnTo>
                <a:lnTo>
                  <a:pt x="1800421" y="63499"/>
                </a:lnTo>
                <a:close/>
              </a:path>
              <a:path extrusionOk="0" h="3441700" w="3195320">
                <a:moveTo>
                  <a:pt x="1845249" y="76199"/>
                </a:moveTo>
                <a:lnTo>
                  <a:pt x="741145" y="76199"/>
                </a:lnTo>
                <a:lnTo>
                  <a:pt x="763521" y="63499"/>
                </a:lnTo>
                <a:lnTo>
                  <a:pt x="1822873" y="63499"/>
                </a:lnTo>
                <a:lnTo>
                  <a:pt x="1845249" y="76199"/>
                </a:lnTo>
                <a:close/>
              </a:path>
              <a:path extrusionOk="0" h="3441700" w="3195320">
                <a:moveTo>
                  <a:pt x="1911858" y="101599"/>
                </a:moveTo>
                <a:lnTo>
                  <a:pt x="674536" y="101599"/>
                </a:lnTo>
                <a:lnTo>
                  <a:pt x="718852" y="76199"/>
                </a:lnTo>
                <a:lnTo>
                  <a:pt x="1867542" y="76199"/>
                </a:lnTo>
                <a:lnTo>
                  <a:pt x="1911858" y="101599"/>
                </a:lnTo>
                <a:close/>
              </a:path>
              <a:path extrusionOk="0" h="3441700" w="3195320">
                <a:moveTo>
                  <a:pt x="1977631" y="126999"/>
                </a:moveTo>
                <a:lnTo>
                  <a:pt x="608763" y="126999"/>
                </a:lnTo>
                <a:lnTo>
                  <a:pt x="652513" y="101599"/>
                </a:lnTo>
                <a:lnTo>
                  <a:pt x="1933881" y="101599"/>
                </a:lnTo>
                <a:lnTo>
                  <a:pt x="1977631" y="126999"/>
                </a:lnTo>
                <a:close/>
              </a:path>
              <a:path extrusionOk="0" h="3441700" w="3195320">
                <a:moveTo>
                  <a:pt x="2042477" y="152399"/>
                </a:moveTo>
                <a:lnTo>
                  <a:pt x="543917" y="152399"/>
                </a:lnTo>
                <a:lnTo>
                  <a:pt x="587042" y="126999"/>
                </a:lnTo>
                <a:lnTo>
                  <a:pt x="1999352" y="126999"/>
                </a:lnTo>
                <a:lnTo>
                  <a:pt x="2042477" y="152399"/>
                </a:lnTo>
                <a:close/>
              </a:path>
              <a:path extrusionOk="0" h="3441700" w="3195320">
                <a:moveTo>
                  <a:pt x="2127342" y="190499"/>
                </a:moveTo>
                <a:lnTo>
                  <a:pt x="459052" y="190499"/>
                </a:lnTo>
                <a:lnTo>
                  <a:pt x="522525" y="152399"/>
                </a:lnTo>
                <a:lnTo>
                  <a:pt x="2063869" y="152399"/>
                </a:lnTo>
                <a:lnTo>
                  <a:pt x="2127342" y="190499"/>
                </a:lnTo>
                <a:close/>
              </a:path>
              <a:path extrusionOk="0" h="3441700" w="3195320">
                <a:moveTo>
                  <a:pt x="2407243" y="3441699"/>
                </a:moveTo>
                <a:lnTo>
                  <a:pt x="179151" y="3441699"/>
                </a:lnTo>
                <a:lnTo>
                  <a:pt x="160319" y="3428999"/>
                </a:lnTo>
                <a:lnTo>
                  <a:pt x="141658" y="3403599"/>
                </a:lnTo>
                <a:lnTo>
                  <a:pt x="86733" y="3365499"/>
                </a:lnTo>
                <a:lnTo>
                  <a:pt x="51018" y="3340099"/>
                </a:lnTo>
                <a:lnTo>
                  <a:pt x="33442" y="3314699"/>
                </a:lnTo>
                <a:lnTo>
                  <a:pt x="16052" y="3301999"/>
                </a:lnTo>
                <a:lnTo>
                  <a:pt x="0" y="3289299"/>
                </a:lnTo>
                <a:lnTo>
                  <a:pt x="0" y="495299"/>
                </a:lnTo>
                <a:lnTo>
                  <a:pt x="16052" y="482599"/>
                </a:lnTo>
                <a:lnTo>
                  <a:pt x="33442" y="469899"/>
                </a:lnTo>
                <a:lnTo>
                  <a:pt x="68782" y="444499"/>
                </a:lnTo>
                <a:lnTo>
                  <a:pt x="86733" y="419099"/>
                </a:lnTo>
                <a:lnTo>
                  <a:pt x="160319" y="368299"/>
                </a:lnTo>
                <a:lnTo>
                  <a:pt x="217309" y="330199"/>
                </a:lnTo>
                <a:lnTo>
                  <a:pt x="275759" y="292099"/>
                </a:lnTo>
                <a:lnTo>
                  <a:pt x="355822" y="241299"/>
                </a:lnTo>
                <a:lnTo>
                  <a:pt x="438144" y="190499"/>
                </a:lnTo>
                <a:lnTo>
                  <a:pt x="2148250" y="190499"/>
                </a:lnTo>
                <a:lnTo>
                  <a:pt x="2230572" y="241299"/>
                </a:lnTo>
                <a:lnTo>
                  <a:pt x="2310635" y="292099"/>
                </a:lnTo>
                <a:lnTo>
                  <a:pt x="2369085" y="330199"/>
                </a:lnTo>
                <a:lnTo>
                  <a:pt x="2426075" y="368299"/>
                </a:lnTo>
                <a:lnTo>
                  <a:pt x="2481529" y="406399"/>
                </a:lnTo>
                <a:lnTo>
                  <a:pt x="2517612" y="444499"/>
                </a:lnTo>
                <a:lnTo>
                  <a:pt x="2552952" y="469899"/>
                </a:lnTo>
                <a:lnTo>
                  <a:pt x="2570342" y="482599"/>
                </a:lnTo>
                <a:lnTo>
                  <a:pt x="2587539" y="507999"/>
                </a:lnTo>
                <a:lnTo>
                  <a:pt x="2621341" y="533399"/>
                </a:lnTo>
                <a:lnTo>
                  <a:pt x="2637945" y="546099"/>
                </a:lnTo>
                <a:lnTo>
                  <a:pt x="2654347" y="571499"/>
                </a:lnTo>
                <a:lnTo>
                  <a:pt x="2670542" y="584199"/>
                </a:lnTo>
                <a:lnTo>
                  <a:pt x="2686529" y="596899"/>
                </a:lnTo>
                <a:lnTo>
                  <a:pt x="2702309" y="622299"/>
                </a:lnTo>
                <a:lnTo>
                  <a:pt x="2717877" y="634999"/>
                </a:lnTo>
                <a:lnTo>
                  <a:pt x="2733227" y="647699"/>
                </a:lnTo>
                <a:lnTo>
                  <a:pt x="2748361" y="673099"/>
                </a:lnTo>
                <a:lnTo>
                  <a:pt x="2763278" y="685799"/>
                </a:lnTo>
                <a:lnTo>
                  <a:pt x="2777974" y="711199"/>
                </a:lnTo>
                <a:lnTo>
                  <a:pt x="2792444" y="723899"/>
                </a:lnTo>
                <a:lnTo>
                  <a:pt x="2806688" y="749299"/>
                </a:lnTo>
                <a:lnTo>
                  <a:pt x="2820706" y="761999"/>
                </a:lnTo>
                <a:lnTo>
                  <a:pt x="2834494" y="787399"/>
                </a:lnTo>
                <a:lnTo>
                  <a:pt x="2848048" y="800099"/>
                </a:lnTo>
                <a:lnTo>
                  <a:pt x="2861368" y="825499"/>
                </a:lnTo>
                <a:lnTo>
                  <a:pt x="2874454" y="838199"/>
                </a:lnTo>
                <a:lnTo>
                  <a:pt x="2887301" y="863599"/>
                </a:lnTo>
                <a:lnTo>
                  <a:pt x="2899907" y="876299"/>
                </a:lnTo>
                <a:lnTo>
                  <a:pt x="2912270" y="901699"/>
                </a:lnTo>
                <a:lnTo>
                  <a:pt x="2924392" y="914399"/>
                </a:lnTo>
                <a:lnTo>
                  <a:pt x="2936268" y="939799"/>
                </a:lnTo>
                <a:lnTo>
                  <a:pt x="2947895" y="952499"/>
                </a:lnTo>
                <a:lnTo>
                  <a:pt x="2959272" y="977899"/>
                </a:lnTo>
                <a:lnTo>
                  <a:pt x="2970401" y="1003299"/>
                </a:lnTo>
                <a:lnTo>
                  <a:pt x="2981276" y="1015999"/>
                </a:lnTo>
                <a:lnTo>
                  <a:pt x="2991896" y="1041399"/>
                </a:lnTo>
                <a:lnTo>
                  <a:pt x="3002260" y="1066799"/>
                </a:lnTo>
                <a:lnTo>
                  <a:pt x="3012369" y="1079499"/>
                </a:lnTo>
                <a:lnTo>
                  <a:pt x="3022218" y="1104899"/>
                </a:lnTo>
                <a:lnTo>
                  <a:pt x="3031806" y="1130299"/>
                </a:lnTo>
                <a:lnTo>
                  <a:pt x="3041131" y="1142999"/>
                </a:lnTo>
                <a:lnTo>
                  <a:pt x="3050195" y="1168399"/>
                </a:lnTo>
                <a:lnTo>
                  <a:pt x="3058994" y="1193799"/>
                </a:lnTo>
                <a:lnTo>
                  <a:pt x="3067526" y="1206499"/>
                </a:lnTo>
                <a:lnTo>
                  <a:pt x="3075791" y="1231899"/>
                </a:lnTo>
                <a:lnTo>
                  <a:pt x="3083789" y="1257299"/>
                </a:lnTo>
                <a:lnTo>
                  <a:pt x="3091517" y="1282699"/>
                </a:lnTo>
                <a:lnTo>
                  <a:pt x="3098973" y="1295399"/>
                </a:lnTo>
                <a:lnTo>
                  <a:pt x="3106157" y="1320799"/>
                </a:lnTo>
                <a:lnTo>
                  <a:pt x="3113069" y="1346199"/>
                </a:lnTo>
                <a:lnTo>
                  <a:pt x="3119707" y="1371599"/>
                </a:lnTo>
                <a:lnTo>
                  <a:pt x="3126069" y="1384299"/>
                </a:lnTo>
                <a:lnTo>
                  <a:pt x="3132155" y="1409699"/>
                </a:lnTo>
                <a:lnTo>
                  <a:pt x="3137965" y="1435099"/>
                </a:lnTo>
                <a:lnTo>
                  <a:pt x="3143497" y="1460499"/>
                </a:lnTo>
                <a:lnTo>
                  <a:pt x="3148749" y="1473199"/>
                </a:lnTo>
                <a:lnTo>
                  <a:pt x="3153723" y="1498599"/>
                </a:lnTo>
                <a:lnTo>
                  <a:pt x="3158416" y="1523999"/>
                </a:lnTo>
                <a:lnTo>
                  <a:pt x="3162829" y="1549399"/>
                </a:lnTo>
                <a:lnTo>
                  <a:pt x="3166960" y="1574799"/>
                </a:lnTo>
                <a:lnTo>
                  <a:pt x="3170808" y="1587499"/>
                </a:lnTo>
                <a:lnTo>
                  <a:pt x="3177658" y="1638299"/>
                </a:lnTo>
                <a:lnTo>
                  <a:pt x="3183371" y="1689099"/>
                </a:lnTo>
                <a:lnTo>
                  <a:pt x="3185801" y="1714499"/>
                </a:lnTo>
                <a:lnTo>
                  <a:pt x="3187946" y="1727199"/>
                </a:lnTo>
                <a:lnTo>
                  <a:pt x="3191380" y="1777999"/>
                </a:lnTo>
                <a:lnTo>
                  <a:pt x="3193670" y="1828799"/>
                </a:lnTo>
                <a:lnTo>
                  <a:pt x="3194386" y="1854199"/>
                </a:lnTo>
                <a:lnTo>
                  <a:pt x="3194815" y="1866899"/>
                </a:lnTo>
                <a:lnTo>
                  <a:pt x="3194959" y="1892299"/>
                </a:lnTo>
                <a:lnTo>
                  <a:pt x="3194815" y="1917699"/>
                </a:lnTo>
                <a:lnTo>
                  <a:pt x="3194386" y="1943099"/>
                </a:lnTo>
                <a:lnTo>
                  <a:pt x="3193670" y="1968499"/>
                </a:lnTo>
                <a:lnTo>
                  <a:pt x="3192668" y="1993899"/>
                </a:lnTo>
                <a:lnTo>
                  <a:pt x="3191380" y="2006599"/>
                </a:lnTo>
                <a:lnTo>
                  <a:pt x="3189806" y="2031999"/>
                </a:lnTo>
                <a:lnTo>
                  <a:pt x="3185801" y="2082799"/>
                </a:lnTo>
                <a:lnTo>
                  <a:pt x="3180657" y="2133599"/>
                </a:lnTo>
                <a:lnTo>
                  <a:pt x="3177658" y="2146299"/>
                </a:lnTo>
                <a:lnTo>
                  <a:pt x="3174375" y="2171699"/>
                </a:lnTo>
                <a:lnTo>
                  <a:pt x="3170808" y="2197099"/>
                </a:lnTo>
                <a:lnTo>
                  <a:pt x="3166960" y="2222499"/>
                </a:lnTo>
                <a:lnTo>
                  <a:pt x="3162829" y="2247899"/>
                </a:lnTo>
                <a:lnTo>
                  <a:pt x="3158416" y="2260599"/>
                </a:lnTo>
                <a:lnTo>
                  <a:pt x="3153723" y="2285999"/>
                </a:lnTo>
                <a:lnTo>
                  <a:pt x="3148749" y="2311399"/>
                </a:lnTo>
                <a:lnTo>
                  <a:pt x="3143497" y="2336799"/>
                </a:lnTo>
                <a:lnTo>
                  <a:pt x="3137965" y="2362199"/>
                </a:lnTo>
                <a:lnTo>
                  <a:pt x="3132155" y="2374899"/>
                </a:lnTo>
                <a:lnTo>
                  <a:pt x="3126069" y="2400299"/>
                </a:lnTo>
                <a:lnTo>
                  <a:pt x="3119707" y="2425699"/>
                </a:lnTo>
                <a:lnTo>
                  <a:pt x="3113069" y="2451099"/>
                </a:lnTo>
                <a:lnTo>
                  <a:pt x="3106157" y="2463799"/>
                </a:lnTo>
                <a:lnTo>
                  <a:pt x="3098973" y="2489199"/>
                </a:lnTo>
                <a:lnTo>
                  <a:pt x="3091517" y="2514599"/>
                </a:lnTo>
                <a:lnTo>
                  <a:pt x="3083789" y="2539999"/>
                </a:lnTo>
                <a:lnTo>
                  <a:pt x="3075791" y="2552699"/>
                </a:lnTo>
                <a:lnTo>
                  <a:pt x="3067526" y="2578099"/>
                </a:lnTo>
                <a:lnTo>
                  <a:pt x="3058994" y="2603499"/>
                </a:lnTo>
                <a:lnTo>
                  <a:pt x="3050195" y="2628899"/>
                </a:lnTo>
                <a:lnTo>
                  <a:pt x="3041131" y="2641599"/>
                </a:lnTo>
                <a:lnTo>
                  <a:pt x="3031806" y="2666999"/>
                </a:lnTo>
                <a:lnTo>
                  <a:pt x="3022218" y="2692399"/>
                </a:lnTo>
                <a:lnTo>
                  <a:pt x="3012369" y="2705099"/>
                </a:lnTo>
                <a:lnTo>
                  <a:pt x="3002261" y="2730499"/>
                </a:lnTo>
                <a:lnTo>
                  <a:pt x="2991896" y="2755899"/>
                </a:lnTo>
                <a:lnTo>
                  <a:pt x="2981276" y="2768599"/>
                </a:lnTo>
                <a:lnTo>
                  <a:pt x="2970401" y="2793999"/>
                </a:lnTo>
                <a:lnTo>
                  <a:pt x="2959272" y="2806699"/>
                </a:lnTo>
                <a:lnTo>
                  <a:pt x="2947895" y="2832099"/>
                </a:lnTo>
                <a:lnTo>
                  <a:pt x="2936268" y="2857499"/>
                </a:lnTo>
                <a:lnTo>
                  <a:pt x="2924392" y="2870199"/>
                </a:lnTo>
                <a:lnTo>
                  <a:pt x="2912270" y="2895599"/>
                </a:lnTo>
                <a:lnTo>
                  <a:pt x="2899906" y="2908299"/>
                </a:lnTo>
                <a:lnTo>
                  <a:pt x="2887301" y="2933699"/>
                </a:lnTo>
                <a:lnTo>
                  <a:pt x="2874453" y="2946399"/>
                </a:lnTo>
                <a:lnTo>
                  <a:pt x="2861368" y="2971799"/>
                </a:lnTo>
                <a:lnTo>
                  <a:pt x="2848048" y="2984499"/>
                </a:lnTo>
                <a:lnTo>
                  <a:pt x="2834494" y="3009899"/>
                </a:lnTo>
                <a:lnTo>
                  <a:pt x="2820706" y="3022599"/>
                </a:lnTo>
                <a:lnTo>
                  <a:pt x="2806688" y="3047999"/>
                </a:lnTo>
                <a:lnTo>
                  <a:pt x="2792444" y="3060699"/>
                </a:lnTo>
                <a:lnTo>
                  <a:pt x="2777974" y="3086099"/>
                </a:lnTo>
                <a:lnTo>
                  <a:pt x="2763278" y="3098799"/>
                </a:lnTo>
                <a:lnTo>
                  <a:pt x="2748361" y="3124199"/>
                </a:lnTo>
                <a:lnTo>
                  <a:pt x="2733227" y="3136899"/>
                </a:lnTo>
                <a:lnTo>
                  <a:pt x="2717877" y="3149599"/>
                </a:lnTo>
                <a:lnTo>
                  <a:pt x="2702309" y="3174999"/>
                </a:lnTo>
                <a:lnTo>
                  <a:pt x="2686529" y="3187699"/>
                </a:lnTo>
                <a:lnTo>
                  <a:pt x="2670542" y="3213099"/>
                </a:lnTo>
                <a:lnTo>
                  <a:pt x="2637945" y="3238499"/>
                </a:lnTo>
                <a:lnTo>
                  <a:pt x="2621341" y="3251199"/>
                </a:lnTo>
                <a:lnTo>
                  <a:pt x="2604539" y="3276599"/>
                </a:lnTo>
                <a:lnTo>
                  <a:pt x="2570342" y="3301999"/>
                </a:lnTo>
                <a:lnTo>
                  <a:pt x="2552952" y="3314699"/>
                </a:lnTo>
                <a:lnTo>
                  <a:pt x="2535376" y="3340099"/>
                </a:lnTo>
                <a:lnTo>
                  <a:pt x="2499662" y="3365499"/>
                </a:lnTo>
                <a:lnTo>
                  <a:pt x="2444736" y="3403599"/>
                </a:lnTo>
                <a:lnTo>
                  <a:pt x="2426075" y="3428999"/>
                </a:lnTo>
                <a:lnTo>
                  <a:pt x="2407243" y="3441699"/>
                </a:lnTo>
                <a:close/>
              </a:path>
            </a:pathLst>
          </a:custGeom>
          <a:solidFill>
            <a:srgbClr val="FF008F">
              <a:alpha val="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8" name="Google Shape;528;p30"/>
          <p:cNvSpPr txBox="1"/>
          <p:nvPr/>
        </p:nvSpPr>
        <p:spPr>
          <a:xfrm>
            <a:off x="752758" y="329617"/>
            <a:ext cx="3803142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 E P O R T E	D E	V A L I D A C I Ó N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$PPTXTitle" id="529" name="Google Shape;529;p30"/>
          <p:cNvSpPr txBox="1"/>
          <p:nvPr>
            <p:ph type="title"/>
          </p:nvPr>
        </p:nvSpPr>
        <p:spPr>
          <a:xfrm>
            <a:off x="752759" y="550272"/>
            <a:ext cx="11236960" cy="6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0">
            <a:spAutoFit/>
          </a:bodyPr>
          <a:lstStyle/>
          <a:p>
            <a:pPr indent="0" lvl="0" marL="12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lus Jakarta Sans"/>
                <a:ea typeface="Plus Jakarta Sans"/>
                <a:cs typeface="Plus Jakarta Sans"/>
                <a:sym typeface="Plus Jakarta Sans"/>
              </a:rPr>
              <a:t>Validación con JUnit5</a:t>
            </a:r>
            <a:endParaRPr sz="3600"/>
          </a:p>
        </p:txBody>
      </p:sp>
      <p:grpSp>
        <p:nvGrpSpPr>
          <p:cNvPr id="530" name="Google Shape;530;p30"/>
          <p:cNvGrpSpPr/>
          <p:nvPr/>
        </p:nvGrpSpPr>
        <p:grpSpPr>
          <a:xfrm>
            <a:off x="770213" y="3470714"/>
            <a:ext cx="2776571" cy="2862245"/>
            <a:chOff x="770213" y="3470714"/>
            <a:chExt cx="2776571" cy="2862245"/>
          </a:xfrm>
        </p:grpSpPr>
        <p:pic>
          <p:nvPicPr>
            <p:cNvPr id="531" name="Google Shape;531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0213" y="3470714"/>
              <a:ext cx="76070" cy="760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0213" y="4345524"/>
              <a:ext cx="2776571" cy="95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3" name="Google Shape;533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0213" y="4640297"/>
              <a:ext cx="76070" cy="760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4" name="Google Shape;534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0213" y="5515108"/>
              <a:ext cx="2776571" cy="9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0"/>
            <p:cNvSpPr/>
            <p:nvPr/>
          </p:nvSpPr>
          <p:spPr>
            <a:xfrm>
              <a:off x="770213" y="5904969"/>
              <a:ext cx="2719705" cy="427990"/>
            </a:xfrm>
            <a:custGeom>
              <a:rect b="b" l="l" r="r" t="t"/>
              <a:pathLst>
                <a:path extrusionOk="0" h="427989" w="2719704">
                  <a:moveTo>
                    <a:pt x="2648443" y="427895"/>
                  </a:moveTo>
                  <a:lnTo>
                    <a:pt x="71075" y="427895"/>
                  </a:lnTo>
                  <a:lnTo>
                    <a:pt x="66128" y="427408"/>
                  </a:lnTo>
                  <a:lnTo>
                    <a:pt x="29654" y="412300"/>
                  </a:lnTo>
                  <a:lnTo>
                    <a:pt x="3878" y="376321"/>
                  </a:lnTo>
                  <a:lnTo>
                    <a:pt x="0" y="356820"/>
                  </a:lnTo>
                  <a:lnTo>
                    <a:pt x="0" y="351825"/>
                  </a:lnTo>
                  <a:lnTo>
                    <a:pt x="0" y="71075"/>
                  </a:lnTo>
                  <a:lnTo>
                    <a:pt x="15595" y="29654"/>
                  </a:lnTo>
                  <a:lnTo>
                    <a:pt x="51574" y="3878"/>
                  </a:lnTo>
                  <a:lnTo>
                    <a:pt x="71075" y="0"/>
                  </a:lnTo>
                  <a:lnTo>
                    <a:pt x="2648443" y="0"/>
                  </a:lnTo>
                  <a:lnTo>
                    <a:pt x="2689863" y="15594"/>
                  </a:lnTo>
                  <a:lnTo>
                    <a:pt x="2715639" y="51573"/>
                  </a:lnTo>
                  <a:lnTo>
                    <a:pt x="2719518" y="71075"/>
                  </a:lnTo>
                  <a:lnTo>
                    <a:pt x="2719518" y="356820"/>
                  </a:lnTo>
                  <a:lnTo>
                    <a:pt x="2703923" y="398240"/>
                  </a:lnTo>
                  <a:lnTo>
                    <a:pt x="2667944" y="424015"/>
                  </a:lnTo>
                  <a:lnTo>
                    <a:pt x="2653389" y="427408"/>
                  </a:lnTo>
                  <a:lnTo>
                    <a:pt x="2648443" y="427895"/>
                  </a:lnTo>
                  <a:close/>
                </a:path>
              </a:pathLst>
            </a:custGeom>
            <a:solidFill>
              <a:srgbClr val="0D11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536" name="Google Shape;536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59570" y="6054178"/>
              <a:ext cx="152959" cy="1199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7" name="Google Shape;537;p30"/>
          <p:cNvSpPr txBox="1"/>
          <p:nvPr/>
        </p:nvSpPr>
        <p:spPr>
          <a:xfrm>
            <a:off x="1209181" y="6006375"/>
            <a:ext cx="2899029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mvn test &gt; BUILD SUCCESS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8" name="Google Shape;538;p30"/>
          <p:cNvGrpSpPr/>
          <p:nvPr/>
        </p:nvGrpSpPr>
        <p:grpSpPr>
          <a:xfrm>
            <a:off x="5391493" y="1331233"/>
            <a:ext cx="6019165" cy="5001895"/>
            <a:chOff x="5391493" y="1331233"/>
            <a:chExt cx="6019165" cy="5001895"/>
          </a:xfrm>
        </p:grpSpPr>
        <p:sp>
          <p:nvSpPr>
            <p:cNvPr id="539" name="Google Shape;539;p30"/>
            <p:cNvSpPr/>
            <p:nvPr/>
          </p:nvSpPr>
          <p:spPr>
            <a:xfrm>
              <a:off x="5391493" y="1331233"/>
              <a:ext cx="6019165" cy="5001895"/>
            </a:xfrm>
            <a:custGeom>
              <a:rect b="b" l="l" r="r" t="t"/>
              <a:pathLst>
                <a:path extrusionOk="0" h="5001895" w="6019165">
                  <a:moveTo>
                    <a:pt x="5904969" y="5001632"/>
                  </a:moveTo>
                  <a:lnTo>
                    <a:pt x="114105" y="5001632"/>
                  </a:lnTo>
                  <a:lnTo>
                    <a:pt x="102865" y="5001089"/>
                  </a:lnTo>
                  <a:lnTo>
                    <a:pt x="60261" y="4988142"/>
                  </a:lnTo>
                  <a:lnTo>
                    <a:pt x="25856" y="4959879"/>
                  </a:lnTo>
                  <a:lnTo>
                    <a:pt x="4885" y="4920600"/>
                  </a:lnTo>
                  <a:lnTo>
                    <a:pt x="0" y="4887526"/>
                  </a:lnTo>
                  <a:lnTo>
                    <a:pt x="0" y="114105"/>
                  </a:lnTo>
                  <a:lnTo>
                    <a:pt x="8685" y="70439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5904969" y="0"/>
                  </a:lnTo>
                  <a:lnTo>
                    <a:pt x="5948633" y="8685"/>
                  </a:lnTo>
                  <a:lnTo>
                    <a:pt x="5985653" y="33420"/>
                  </a:lnTo>
                  <a:lnTo>
                    <a:pt x="6010387" y="70439"/>
                  </a:lnTo>
                  <a:lnTo>
                    <a:pt x="6019074" y="114105"/>
                  </a:lnTo>
                  <a:lnTo>
                    <a:pt x="6019074" y="4887526"/>
                  </a:lnTo>
                  <a:lnTo>
                    <a:pt x="6010387" y="4931192"/>
                  </a:lnTo>
                  <a:lnTo>
                    <a:pt x="5985653" y="4968211"/>
                  </a:lnTo>
                  <a:lnTo>
                    <a:pt x="5948633" y="4992945"/>
                  </a:lnTo>
                  <a:lnTo>
                    <a:pt x="5904969" y="5001632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5391493" y="1331233"/>
              <a:ext cx="6019165" cy="5001895"/>
            </a:xfrm>
            <a:custGeom>
              <a:rect b="b" l="l" r="r" t="t"/>
              <a:pathLst>
                <a:path extrusionOk="0" h="5001895" w="6019165">
                  <a:moveTo>
                    <a:pt x="5904969" y="5001632"/>
                  </a:moveTo>
                  <a:lnTo>
                    <a:pt x="114105" y="5001632"/>
                  </a:lnTo>
                  <a:lnTo>
                    <a:pt x="102865" y="5001089"/>
                  </a:lnTo>
                  <a:lnTo>
                    <a:pt x="60261" y="4988142"/>
                  </a:lnTo>
                  <a:lnTo>
                    <a:pt x="25856" y="4959879"/>
                  </a:lnTo>
                  <a:lnTo>
                    <a:pt x="4885" y="4920600"/>
                  </a:lnTo>
                  <a:lnTo>
                    <a:pt x="0" y="4887526"/>
                  </a:lnTo>
                  <a:lnTo>
                    <a:pt x="0" y="114105"/>
                  </a:lnTo>
                  <a:lnTo>
                    <a:pt x="8685" y="70439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5904969" y="0"/>
                  </a:lnTo>
                  <a:lnTo>
                    <a:pt x="5948633" y="8685"/>
                  </a:lnTo>
                  <a:lnTo>
                    <a:pt x="5950377" y="9508"/>
                  </a:lnTo>
                  <a:lnTo>
                    <a:pt x="107237" y="9508"/>
                  </a:lnTo>
                  <a:lnTo>
                    <a:pt x="100435" y="10178"/>
                  </a:lnTo>
                  <a:lnTo>
                    <a:pt x="61705" y="23320"/>
                  </a:lnTo>
                  <a:lnTo>
                    <a:pt x="30952" y="50284"/>
                  </a:lnTo>
                  <a:lnTo>
                    <a:pt x="12858" y="86963"/>
                  </a:lnTo>
                  <a:lnTo>
                    <a:pt x="9508" y="107237"/>
                  </a:lnTo>
                  <a:lnTo>
                    <a:pt x="9508" y="4894394"/>
                  </a:lnTo>
                  <a:lnTo>
                    <a:pt x="20099" y="4933899"/>
                  </a:lnTo>
                  <a:lnTo>
                    <a:pt x="45000" y="4966344"/>
                  </a:lnTo>
                  <a:lnTo>
                    <a:pt x="80423" y="4986789"/>
                  </a:lnTo>
                  <a:lnTo>
                    <a:pt x="107237" y="4992124"/>
                  </a:lnTo>
                  <a:lnTo>
                    <a:pt x="5950374" y="4992124"/>
                  </a:lnTo>
                  <a:lnTo>
                    <a:pt x="5948633" y="4992945"/>
                  </a:lnTo>
                  <a:lnTo>
                    <a:pt x="5938041" y="4996745"/>
                  </a:lnTo>
                  <a:lnTo>
                    <a:pt x="5927233" y="4999460"/>
                  </a:lnTo>
                  <a:lnTo>
                    <a:pt x="5916209" y="5001089"/>
                  </a:lnTo>
                  <a:lnTo>
                    <a:pt x="5904969" y="5001632"/>
                  </a:lnTo>
                  <a:close/>
                </a:path>
                <a:path extrusionOk="0" h="5001895" w="6019165">
                  <a:moveTo>
                    <a:pt x="5950374" y="4992124"/>
                  </a:moveTo>
                  <a:lnTo>
                    <a:pt x="5911837" y="4992124"/>
                  </a:lnTo>
                  <a:lnTo>
                    <a:pt x="5918639" y="4991453"/>
                  </a:lnTo>
                  <a:lnTo>
                    <a:pt x="5932110" y="4988773"/>
                  </a:lnTo>
                  <a:lnTo>
                    <a:pt x="5968789" y="4970680"/>
                  </a:lnTo>
                  <a:lnTo>
                    <a:pt x="5995753" y="4939927"/>
                  </a:lnTo>
                  <a:lnTo>
                    <a:pt x="6008895" y="4901196"/>
                  </a:lnTo>
                  <a:lnTo>
                    <a:pt x="6009565" y="4894394"/>
                  </a:lnTo>
                  <a:lnTo>
                    <a:pt x="6009565" y="107237"/>
                  </a:lnTo>
                  <a:lnTo>
                    <a:pt x="5998974" y="67733"/>
                  </a:lnTo>
                  <a:lnTo>
                    <a:pt x="5974073" y="35288"/>
                  </a:lnTo>
                  <a:lnTo>
                    <a:pt x="5938650" y="14842"/>
                  </a:lnTo>
                  <a:lnTo>
                    <a:pt x="5911837" y="9508"/>
                  </a:lnTo>
                  <a:lnTo>
                    <a:pt x="5950377" y="9508"/>
                  </a:lnTo>
                  <a:lnTo>
                    <a:pt x="5985653" y="33420"/>
                  </a:lnTo>
                  <a:lnTo>
                    <a:pt x="6010387" y="70439"/>
                  </a:lnTo>
                  <a:lnTo>
                    <a:pt x="6019075" y="114105"/>
                  </a:lnTo>
                  <a:lnTo>
                    <a:pt x="6019075" y="4887526"/>
                  </a:lnTo>
                  <a:lnTo>
                    <a:pt x="6018531" y="4898767"/>
                  </a:lnTo>
                  <a:lnTo>
                    <a:pt x="6005584" y="4941370"/>
                  </a:lnTo>
                  <a:lnTo>
                    <a:pt x="5977320" y="4975775"/>
                  </a:lnTo>
                  <a:lnTo>
                    <a:pt x="5958810" y="4988142"/>
                  </a:lnTo>
                  <a:lnTo>
                    <a:pt x="5950374" y="4992124"/>
                  </a:lnTo>
                  <a:close/>
                </a:path>
              </a:pathLst>
            </a:custGeom>
            <a:solidFill>
              <a:srgbClr val="FF5E1F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541" name="Google Shape;541;p30"/>
          <p:cNvSpPr txBox="1"/>
          <p:nvPr/>
        </p:nvSpPr>
        <p:spPr>
          <a:xfrm>
            <a:off x="5694070" y="1670358"/>
            <a:ext cx="501396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Métricas de Ejecución</a:t>
            </a:r>
            <a:endParaRPr sz="2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9047629" y="1716339"/>
            <a:ext cx="2044700" cy="257175"/>
          </a:xfrm>
          <a:custGeom>
            <a:rect b="b" l="l" r="r" t="t"/>
            <a:pathLst>
              <a:path extrusionOk="0" h="257175" w="2044700">
                <a:moveTo>
                  <a:pt x="0" y="128368"/>
                </a:moveTo>
                <a:lnTo>
                  <a:pt x="6545" y="87031"/>
                </a:lnTo>
                <a:lnTo>
                  <a:pt x="9770" y="79244"/>
                </a:lnTo>
                <a:lnTo>
                  <a:pt x="12995" y="71456"/>
                </a:lnTo>
                <a:lnTo>
                  <a:pt x="37597" y="37598"/>
                </a:lnTo>
                <a:lnTo>
                  <a:pt x="43557" y="31638"/>
                </a:lnTo>
                <a:lnTo>
                  <a:pt x="79243" y="9771"/>
                </a:lnTo>
                <a:lnTo>
                  <a:pt x="119940" y="0"/>
                </a:lnTo>
                <a:lnTo>
                  <a:pt x="128369" y="0"/>
                </a:lnTo>
                <a:lnTo>
                  <a:pt x="1916025" y="0"/>
                </a:lnTo>
                <a:lnTo>
                  <a:pt x="1924453" y="0"/>
                </a:lnTo>
                <a:lnTo>
                  <a:pt x="1932801" y="822"/>
                </a:lnTo>
                <a:lnTo>
                  <a:pt x="1972936" y="12996"/>
                </a:lnTo>
                <a:lnTo>
                  <a:pt x="1987342" y="21633"/>
                </a:lnTo>
                <a:lnTo>
                  <a:pt x="1994351" y="26316"/>
                </a:lnTo>
                <a:lnTo>
                  <a:pt x="2000834" y="31638"/>
                </a:lnTo>
                <a:lnTo>
                  <a:pt x="2006795" y="37598"/>
                </a:lnTo>
                <a:lnTo>
                  <a:pt x="2012755" y="43558"/>
                </a:lnTo>
                <a:lnTo>
                  <a:pt x="2018076" y="50042"/>
                </a:lnTo>
                <a:lnTo>
                  <a:pt x="2022759" y="57050"/>
                </a:lnTo>
                <a:lnTo>
                  <a:pt x="2027442" y="64059"/>
                </a:lnTo>
                <a:lnTo>
                  <a:pt x="2031396" y="71456"/>
                </a:lnTo>
                <a:lnTo>
                  <a:pt x="2034621" y="79244"/>
                </a:lnTo>
                <a:lnTo>
                  <a:pt x="2037847" y="87031"/>
                </a:lnTo>
                <a:lnTo>
                  <a:pt x="2044394" y="128368"/>
                </a:lnTo>
                <a:lnTo>
                  <a:pt x="2044393" y="136797"/>
                </a:lnTo>
                <a:lnTo>
                  <a:pt x="2034621" y="177493"/>
                </a:lnTo>
                <a:lnTo>
                  <a:pt x="2022759" y="199686"/>
                </a:lnTo>
                <a:lnTo>
                  <a:pt x="2018076" y="206695"/>
                </a:lnTo>
                <a:lnTo>
                  <a:pt x="1987342" y="235103"/>
                </a:lnTo>
                <a:lnTo>
                  <a:pt x="1980333" y="239786"/>
                </a:lnTo>
                <a:lnTo>
                  <a:pt x="1941068" y="254271"/>
                </a:lnTo>
                <a:lnTo>
                  <a:pt x="1932801" y="255915"/>
                </a:lnTo>
                <a:lnTo>
                  <a:pt x="1924453" y="256737"/>
                </a:lnTo>
                <a:lnTo>
                  <a:pt x="1916025" y="256737"/>
                </a:lnTo>
                <a:lnTo>
                  <a:pt x="128369" y="256737"/>
                </a:lnTo>
                <a:lnTo>
                  <a:pt x="119940" y="256737"/>
                </a:lnTo>
                <a:lnTo>
                  <a:pt x="111592" y="255915"/>
                </a:lnTo>
                <a:lnTo>
                  <a:pt x="71455" y="243740"/>
                </a:lnTo>
                <a:lnTo>
                  <a:pt x="57049" y="235103"/>
                </a:lnTo>
                <a:lnTo>
                  <a:pt x="50041" y="230421"/>
                </a:lnTo>
                <a:lnTo>
                  <a:pt x="43557" y="225099"/>
                </a:lnTo>
                <a:lnTo>
                  <a:pt x="37597" y="219139"/>
                </a:lnTo>
                <a:lnTo>
                  <a:pt x="31637" y="213179"/>
                </a:lnTo>
                <a:lnTo>
                  <a:pt x="9770" y="177493"/>
                </a:lnTo>
                <a:lnTo>
                  <a:pt x="6545" y="169706"/>
                </a:lnTo>
                <a:lnTo>
                  <a:pt x="4110" y="161679"/>
                </a:lnTo>
                <a:lnTo>
                  <a:pt x="2466" y="153412"/>
                </a:lnTo>
                <a:lnTo>
                  <a:pt x="821" y="145145"/>
                </a:lnTo>
                <a:lnTo>
                  <a:pt x="0" y="136797"/>
                </a:lnTo>
                <a:lnTo>
                  <a:pt x="0" y="128368"/>
                </a:lnTo>
                <a:close/>
              </a:path>
            </a:pathLst>
          </a:custGeom>
          <a:noFill/>
          <a:ln cap="flat" cmpd="sng" w="9525">
            <a:solidFill>
              <a:srgbClr val="FF5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3" name="Google Shape;543;p30"/>
          <p:cNvSpPr txBox="1"/>
          <p:nvPr/>
        </p:nvSpPr>
        <p:spPr>
          <a:xfrm>
            <a:off x="9188260" y="1755938"/>
            <a:ext cx="2334006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COBERTURA LÓGICA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44" name="Google Shape;544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0213" y="1331233"/>
            <a:ext cx="4164857" cy="1778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0"/>
          <p:cNvPicPr preferRelativeResize="0"/>
          <p:nvPr/>
        </p:nvPicPr>
        <p:blipFill rotWithShape="1">
          <a:blip r:embed="rId8">
            <a:alphaModFix/>
          </a:blip>
          <a:srcRect b="0" l="20" r="10" t="0"/>
          <a:stretch/>
        </p:blipFill>
        <p:spPr>
          <a:xfrm>
            <a:off x="5705284" y="2196534"/>
            <a:ext cx="5391492" cy="382365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0"/>
          <p:cNvSpPr txBox="1"/>
          <p:nvPr/>
        </p:nvSpPr>
        <p:spPr>
          <a:xfrm>
            <a:off x="980970" y="3358172"/>
            <a:ext cx="38055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RecuperacionInformacionTest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625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14 tests: Normalización, stemming, cálculo de TF-IDF, similitud del coseno y rankings.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OntologiaTest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603885" rtl="0" algn="l">
              <a:lnSpc>
                <a:spcPct val="1625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 tests: Carga RDFS, jerarquía de subclases y razonamiento transitivo.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7" name="Google Shape;547;p30"/>
          <p:cNvSpPr txBox="1"/>
          <p:nvPr/>
        </p:nvSpPr>
        <p:spPr>
          <a:xfrm>
            <a:off x="1057040" y="1607600"/>
            <a:ext cx="3375025" cy="1185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5080" rtl="0"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robusta suite de pruebas unitarias garantiza la integridad de los algoritmos de búsqueda y la lógica de la ontología.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1"/>
          <p:cNvSpPr/>
          <p:nvPr/>
        </p:nvSpPr>
        <p:spPr>
          <a:xfrm>
            <a:off x="8301188" y="0"/>
            <a:ext cx="3878579" cy="3879850"/>
          </a:xfrm>
          <a:custGeom>
            <a:rect b="b" l="l" r="r" t="t"/>
            <a:pathLst>
              <a:path extrusionOk="0" h="3879850" w="3878579">
                <a:moveTo>
                  <a:pt x="2852642" y="3879593"/>
                </a:moveTo>
                <a:lnTo>
                  <a:pt x="2782634" y="3878734"/>
                </a:lnTo>
                <a:lnTo>
                  <a:pt x="2712669" y="3876156"/>
                </a:lnTo>
                <a:lnTo>
                  <a:pt x="2642789" y="3871863"/>
                </a:lnTo>
                <a:lnTo>
                  <a:pt x="2573032" y="3865857"/>
                </a:lnTo>
                <a:lnTo>
                  <a:pt x="2503447" y="3858140"/>
                </a:lnTo>
                <a:lnTo>
                  <a:pt x="2434073" y="3848717"/>
                </a:lnTo>
                <a:lnTo>
                  <a:pt x="2364949" y="3837595"/>
                </a:lnTo>
                <a:lnTo>
                  <a:pt x="2296119" y="3824780"/>
                </a:lnTo>
                <a:lnTo>
                  <a:pt x="2227624" y="3810279"/>
                </a:lnTo>
                <a:lnTo>
                  <a:pt x="2159505" y="3794102"/>
                </a:lnTo>
                <a:lnTo>
                  <a:pt x="2091805" y="3776259"/>
                </a:lnTo>
                <a:lnTo>
                  <a:pt x="2024563" y="3756759"/>
                </a:lnTo>
                <a:lnTo>
                  <a:pt x="1957819" y="3735615"/>
                </a:lnTo>
                <a:lnTo>
                  <a:pt x="1891614" y="3712838"/>
                </a:lnTo>
                <a:lnTo>
                  <a:pt x="1825988" y="3688445"/>
                </a:lnTo>
                <a:lnTo>
                  <a:pt x="1760981" y="3662448"/>
                </a:lnTo>
                <a:lnTo>
                  <a:pt x="1696631" y="3634864"/>
                </a:lnTo>
                <a:lnTo>
                  <a:pt x="1632978" y="3605708"/>
                </a:lnTo>
                <a:lnTo>
                  <a:pt x="1570060" y="3575000"/>
                </a:lnTo>
                <a:lnTo>
                  <a:pt x="1507915" y="3542756"/>
                </a:lnTo>
                <a:lnTo>
                  <a:pt x="1446578" y="3508997"/>
                </a:lnTo>
                <a:lnTo>
                  <a:pt x="1386090" y="3473743"/>
                </a:lnTo>
                <a:lnTo>
                  <a:pt x="1326484" y="3437015"/>
                </a:lnTo>
                <a:lnTo>
                  <a:pt x="1267798" y="3398835"/>
                </a:lnTo>
                <a:lnTo>
                  <a:pt x="1210066" y="3359227"/>
                </a:lnTo>
                <a:lnTo>
                  <a:pt x="1153325" y="3318214"/>
                </a:lnTo>
                <a:lnTo>
                  <a:pt x="1097606" y="3275820"/>
                </a:lnTo>
                <a:lnTo>
                  <a:pt x="1042945" y="3232073"/>
                </a:lnTo>
                <a:lnTo>
                  <a:pt x="989373" y="3186996"/>
                </a:lnTo>
                <a:lnTo>
                  <a:pt x="936924" y="3140619"/>
                </a:lnTo>
                <a:lnTo>
                  <a:pt x="885629" y="3092968"/>
                </a:lnTo>
                <a:lnTo>
                  <a:pt x="835519" y="3044073"/>
                </a:lnTo>
                <a:lnTo>
                  <a:pt x="786624" y="2993963"/>
                </a:lnTo>
                <a:lnTo>
                  <a:pt x="738973" y="2942668"/>
                </a:lnTo>
                <a:lnTo>
                  <a:pt x="692595" y="2890219"/>
                </a:lnTo>
                <a:lnTo>
                  <a:pt x="647519" y="2836648"/>
                </a:lnTo>
                <a:lnTo>
                  <a:pt x="603771" y="2781986"/>
                </a:lnTo>
                <a:lnTo>
                  <a:pt x="561377" y="2726267"/>
                </a:lnTo>
                <a:lnTo>
                  <a:pt x="520364" y="2669525"/>
                </a:lnTo>
                <a:lnTo>
                  <a:pt x="480755" y="2611794"/>
                </a:lnTo>
                <a:lnTo>
                  <a:pt x="442575" y="2553107"/>
                </a:lnTo>
                <a:lnTo>
                  <a:pt x="405847" y="2493502"/>
                </a:lnTo>
                <a:lnTo>
                  <a:pt x="370593" y="2433013"/>
                </a:lnTo>
                <a:lnTo>
                  <a:pt x="336835" y="2371677"/>
                </a:lnTo>
                <a:lnTo>
                  <a:pt x="304591" y="2309531"/>
                </a:lnTo>
                <a:lnTo>
                  <a:pt x="273882" y="2246612"/>
                </a:lnTo>
                <a:lnTo>
                  <a:pt x="244727" y="2182959"/>
                </a:lnTo>
                <a:lnTo>
                  <a:pt x="217143" y="2118609"/>
                </a:lnTo>
                <a:lnTo>
                  <a:pt x="191145" y="2053602"/>
                </a:lnTo>
                <a:lnTo>
                  <a:pt x="166752" y="1987977"/>
                </a:lnTo>
                <a:lnTo>
                  <a:pt x="143977" y="1921772"/>
                </a:lnTo>
                <a:lnTo>
                  <a:pt x="122833" y="1855029"/>
                </a:lnTo>
                <a:lnTo>
                  <a:pt x="103333" y="1787787"/>
                </a:lnTo>
                <a:lnTo>
                  <a:pt x="85489" y="1720086"/>
                </a:lnTo>
                <a:lnTo>
                  <a:pt x="69312" y="1651968"/>
                </a:lnTo>
                <a:lnTo>
                  <a:pt x="54811" y="1583473"/>
                </a:lnTo>
                <a:lnTo>
                  <a:pt x="41997" y="1514644"/>
                </a:lnTo>
                <a:lnTo>
                  <a:pt x="30875" y="1445520"/>
                </a:lnTo>
                <a:lnTo>
                  <a:pt x="21453" y="1376144"/>
                </a:lnTo>
                <a:lnTo>
                  <a:pt x="13736" y="1306559"/>
                </a:lnTo>
                <a:lnTo>
                  <a:pt x="7729" y="1236804"/>
                </a:lnTo>
                <a:lnTo>
                  <a:pt x="3436" y="1166923"/>
                </a:lnTo>
                <a:lnTo>
                  <a:pt x="859" y="1096958"/>
                </a:lnTo>
                <a:lnTo>
                  <a:pt x="0" y="1026951"/>
                </a:lnTo>
                <a:lnTo>
                  <a:pt x="214" y="991942"/>
                </a:lnTo>
                <a:lnTo>
                  <a:pt x="1933" y="921955"/>
                </a:lnTo>
                <a:lnTo>
                  <a:pt x="5368" y="852022"/>
                </a:lnTo>
                <a:lnTo>
                  <a:pt x="10518" y="782204"/>
                </a:lnTo>
                <a:lnTo>
                  <a:pt x="17381" y="712523"/>
                </a:lnTo>
                <a:lnTo>
                  <a:pt x="25950" y="643043"/>
                </a:lnTo>
                <a:lnTo>
                  <a:pt x="36224" y="573783"/>
                </a:lnTo>
                <a:lnTo>
                  <a:pt x="48192" y="504806"/>
                </a:lnTo>
                <a:lnTo>
                  <a:pt x="61852" y="436133"/>
                </a:lnTo>
                <a:lnTo>
                  <a:pt x="77191" y="367827"/>
                </a:lnTo>
                <a:lnTo>
                  <a:pt x="94203" y="299908"/>
                </a:lnTo>
                <a:lnTo>
                  <a:pt x="112875" y="232436"/>
                </a:lnTo>
                <a:lnTo>
                  <a:pt x="133200" y="165433"/>
                </a:lnTo>
                <a:lnTo>
                  <a:pt x="155160" y="98959"/>
                </a:lnTo>
                <a:lnTo>
                  <a:pt x="178749" y="33034"/>
                </a:lnTo>
                <a:lnTo>
                  <a:pt x="191263" y="0"/>
                </a:lnTo>
                <a:lnTo>
                  <a:pt x="3878011" y="0"/>
                </a:lnTo>
                <a:lnTo>
                  <a:pt x="3878011" y="3688930"/>
                </a:lnTo>
                <a:lnTo>
                  <a:pt x="3846557" y="3700842"/>
                </a:lnTo>
                <a:lnTo>
                  <a:pt x="3780632" y="3724430"/>
                </a:lnTo>
                <a:lnTo>
                  <a:pt x="3714158" y="3746391"/>
                </a:lnTo>
                <a:lnTo>
                  <a:pt x="3647155" y="3766716"/>
                </a:lnTo>
                <a:lnTo>
                  <a:pt x="3579684" y="3785388"/>
                </a:lnTo>
                <a:lnTo>
                  <a:pt x="3511765" y="3802400"/>
                </a:lnTo>
                <a:lnTo>
                  <a:pt x="3443458" y="3817739"/>
                </a:lnTo>
                <a:lnTo>
                  <a:pt x="3374785" y="3831399"/>
                </a:lnTo>
                <a:lnTo>
                  <a:pt x="3305809" y="3843368"/>
                </a:lnTo>
                <a:lnTo>
                  <a:pt x="3236549" y="3853642"/>
                </a:lnTo>
                <a:lnTo>
                  <a:pt x="3167068" y="3862211"/>
                </a:lnTo>
                <a:lnTo>
                  <a:pt x="3097388" y="3869074"/>
                </a:lnTo>
                <a:lnTo>
                  <a:pt x="3027571" y="3874224"/>
                </a:lnTo>
                <a:lnTo>
                  <a:pt x="2957637" y="3877660"/>
                </a:lnTo>
                <a:lnTo>
                  <a:pt x="2887651" y="3879378"/>
                </a:lnTo>
                <a:lnTo>
                  <a:pt x="2852642" y="3879593"/>
                </a:lnTo>
                <a:close/>
              </a:path>
            </a:pathLst>
          </a:custGeom>
          <a:solidFill>
            <a:srgbClr val="FF5E1F">
              <a:alpha val="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3" name="Google Shape;553;p31"/>
          <p:cNvSpPr/>
          <p:nvPr/>
        </p:nvSpPr>
        <p:spPr>
          <a:xfrm>
            <a:off x="9508" y="3955663"/>
            <a:ext cx="2891155" cy="2881630"/>
          </a:xfrm>
          <a:custGeom>
            <a:rect b="b" l="l" r="r" t="t"/>
            <a:pathLst>
              <a:path extrusionOk="0" h="2881629" w="2891155">
                <a:moveTo>
                  <a:pt x="2619073" y="2881168"/>
                </a:moveTo>
                <a:lnTo>
                  <a:pt x="0" y="2881168"/>
                </a:lnTo>
                <a:lnTo>
                  <a:pt x="0" y="277381"/>
                </a:lnTo>
                <a:lnTo>
                  <a:pt x="51541" y="247062"/>
                </a:lnTo>
                <a:lnTo>
                  <a:pt x="92431" y="224557"/>
                </a:lnTo>
                <a:lnTo>
                  <a:pt x="133862" y="203061"/>
                </a:lnTo>
                <a:lnTo>
                  <a:pt x="175808" y="182588"/>
                </a:lnTo>
                <a:lnTo>
                  <a:pt x="218243" y="163151"/>
                </a:lnTo>
                <a:lnTo>
                  <a:pt x="261143" y="144762"/>
                </a:lnTo>
                <a:lnTo>
                  <a:pt x="304481" y="127431"/>
                </a:lnTo>
                <a:lnTo>
                  <a:pt x="348232" y="111168"/>
                </a:lnTo>
                <a:lnTo>
                  <a:pt x="392368" y="95985"/>
                </a:lnTo>
                <a:lnTo>
                  <a:pt x="436863" y="81888"/>
                </a:lnTo>
                <a:lnTo>
                  <a:pt x="481691" y="68888"/>
                </a:lnTo>
                <a:lnTo>
                  <a:pt x="526825" y="56993"/>
                </a:lnTo>
                <a:lnTo>
                  <a:pt x="572237" y="46208"/>
                </a:lnTo>
                <a:lnTo>
                  <a:pt x="617900" y="36541"/>
                </a:lnTo>
                <a:lnTo>
                  <a:pt x="663787" y="27998"/>
                </a:lnTo>
                <a:lnTo>
                  <a:pt x="709869" y="20583"/>
                </a:lnTo>
                <a:lnTo>
                  <a:pt x="756121" y="14302"/>
                </a:lnTo>
                <a:lnTo>
                  <a:pt x="802513" y="9157"/>
                </a:lnTo>
                <a:lnTo>
                  <a:pt x="849015" y="5152"/>
                </a:lnTo>
                <a:lnTo>
                  <a:pt x="895600" y="2290"/>
                </a:lnTo>
                <a:lnTo>
                  <a:pt x="942244" y="572"/>
                </a:lnTo>
                <a:lnTo>
                  <a:pt x="988915" y="0"/>
                </a:lnTo>
                <a:lnTo>
                  <a:pt x="1012255" y="143"/>
                </a:lnTo>
                <a:lnTo>
                  <a:pt x="1058912" y="1288"/>
                </a:lnTo>
                <a:lnTo>
                  <a:pt x="1105535" y="3579"/>
                </a:lnTo>
                <a:lnTo>
                  <a:pt x="1152080" y="7012"/>
                </a:lnTo>
                <a:lnTo>
                  <a:pt x="1198533" y="11587"/>
                </a:lnTo>
                <a:lnTo>
                  <a:pt x="1244854" y="17300"/>
                </a:lnTo>
                <a:lnTo>
                  <a:pt x="1291027" y="24149"/>
                </a:lnTo>
                <a:lnTo>
                  <a:pt x="1337012" y="32128"/>
                </a:lnTo>
                <a:lnTo>
                  <a:pt x="1382793" y="41235"/>
                </a:lnTo>
                <a:lnTo>
                  <a:pt x="1428331" y="51461"/>
                </a:lnTo>
                <a:lnTo>
                  <a:pt x="1473611" y="62803"/>
                </a:lnTo>
                <a:lnTo>
                  <a:pt x="1518592" y="75250"/>
                </a:lnTo>
                <a:lnTo>
                  <a:pt x="1563260" y="88801"/>
                </a:lnTo>
                <a:lnTo>
                  <a:pt x="1607576" y="103440"/>
                </a:lnTo>
                <a:lnTo>
                  <a:pt x="1651526" y="119166"/>
                </a:lnTo>
                <a:lnTo>
                  <a:pt x="1695070" y="135963"/>
                </a:lnTo>
                <a:lnTo>
                  <a:pt x="1738196" y="153826"/>
                </a:lnTo>
                <a:lnTo>
                  <a:pt x="1780863" y="172739"/>
                </a:lnTo>
                <a:lnTo>
                  <a:pt x="1823060" y="192697"/>
                </a:lnTo>
                <a:lnTo>
                  <a:pt x="1864748" y="213681"/>
                </a:lnTo>
                <a:lnTo>
                  <a:pt x="1905915" y="235685"/>
                </a:lnTo>
                <a:lnTo>
                  <a:pt x="1946523" y="258689"/>
                </a:lnTo>
                <a:lnTo>
                  <a:pt x="1986561" y="282687"/>
                </a:lnTo>
                <a:lnTo>
                  <a:pt x="2025992" y="307656"/>
                </a:lnTo>
                <a:lnTo>
                  <a:pt x="2064804" y="333589"/>
                </a:lnTo>
                <a:lnTo>
                  <a:pt x="2102962" y="360463"/>
                </a:lnTo>
                <a:lnTo>
                  <a:pt x="2140454" y="388269"/>
                </a:lnTo>
                <a:lnTo>
                  <a:pt x="2177248" y="416983"/>
                </a:lnTo>
                <a:lnTo>
                  <a:pt x="2213331" y="446596"/>
                </a:lnTo>
                <a:lnTo>
                  <a:pt x="2248671" y="477081"/>
                </a:lnTo>
                <a:lnTo>
                  <a:pt x="2283257" y="508428"/>
                </a:lnTo>
                <a:lnTo>
                  <a:pt x="2317059" y="540610"/>
                </a:lnTo>
                <a:lnTo>
                  <a:pt x="2350066" y="573617"/>
                </a:lnTo>
                <a:lnTo>
                  <a:pt x="2382248" y="607418"/>
                </a:lnTo>
                <a:lnTo>
                  <a:pt x="2413595" y="642005"/>
                </a:lnTo>
                <a:lnTo>
                  <a:pt x="2444080" y="677345"/>
                </a:lnTo>
                <a:lnTo>
                  <a:pt x="2473692" y="713428"/>
                </a:lnTo>
                <a:lnTo>
                  <a:pt x="2502406" y="750221"/>
                </a:lnTo>
                <a:lnTo>
                  <a:pt x="2530212" y="787714"/>
                </a:lnTo>
                <a:lnTo>
                  <a:pt x="2557086" y="825871"/>
                </a:lnTo>
                <a:lnTo>
                  <a:pt x="2583020" y="864683"/>
                </a:lnTo>
                <a:lnTo>
                  <a:pt x="2607989" y="904114"/>
                </a:lnTo>
                <a:lnTo>
                  <a:pt x="2631986" y="944152"/>
                </a:lnTo>
                <a:lnTo>
                  <a:pt x="2654991" y="984760"/>
                </a:lnTo>
                <a:lnTo>
                  <a:pt x="2676995" y="1025927"/>
                </a:lnTo>
                <a:lnTo>
                  <a:pt x="2697979" y="1067615"/>
                </a:lnTo>
                <a:lnTo>
                  <a:pt x="2717936" y="1109812"/>
                </a:lnTo>
                <a:lnTo>
                  <a:pt x="2736849" y="1152479"/>
                </a:lnTo>
                <a:lnTo>
                  <a:pt x="2754713" y="1195605"/>
                </a:lnTo>
                <a:lnTo>
                  <a:pt x="2771510" y="1239149"/>
                </a:lnTo>
                <a:lnTo>
                  <a:pt x="2787235" y="1283099"/>
                </a:lnTo>
                <a:lnTo>
                  <a:pt x="2801875" y="1327416"/>
                </a:lnTo>
                <a:lnTo>
                  <a:pt x="2815425" y="1372084"/>
                </a:lnTo>
                <a:lnTo>
                  <a:pt x="2827873" y="1417065"/>
                </a:lnTo>
                <a:lnTo>
                  <a:pt x="2839215" y="1462345"/>
                </a:lnTo>
                <a:lnTo>
                  <a:pt x="2849441" y="1507882"/>
                </a:lnTo>
                <a:lnTo>
                  <a:pt x="2858548" y="1553664"/>
                </a:lnTo>
                <a:lnTo>
                  <a:pt x="2866527" y="1599648"/>
                </a:lnTo>
                <a:lnTo>
                  <a:pt x="2873376" y="1645822"/>
                </a:lnTo>
                <a:lnTo>
                  <a:pt x="2879089" y="1692143"/>
                </a:lnTo>
                <a:lnTo>
                  <a:pt x="2883665" y="1738597"/>
                </a:lnTo>
                <a:lnTo>
                  <a:pt x="2887098" y="1785142"/>
                </a:lnTo>
                <a:lnTo>
                  <a:pt x="2889388" y="1831764"/>
                </a:lnTo>
                <a:lnTo>
                  <a:pt x="2890534" y="1878422"/>
                </a:lnTo>
                <a:lnTo>
                  <a:pt x="2890677" y="1901761"/>
                </a:lnTo>
                <a:lnTo>
                  <a:pt x="2890534" y="1925100"/>
                </a:lnTo>
                <a:lnTo>
                  <a:pt x="2889388" y="1971758"/>
                </a:lnTo>
                <a:lnTo>
                  <a:pt x="2887098" y="2018380"/>
                </a:lnTo>
                <a:lnTo>
                  <a:pt x="2883665" y="2064925"/>
                </a:lnTo>
                <a:lnTo>
                  <a:pt x="2879089" y="2111379"/>
                </a:lnTo>
                <a:lnTo>
                  <a:pt x="2873376" y="2157700"/>
                </a:lnTo>
                <a:lnTo>
                  <a:pt x="2866527" y="2203873"/>
                </a:lnTo>
                <a:lnTo>
                  <a:pt x="2858548" y="2249857"/>
                </a:lnTo>
                <a:lnTo>
                  <a:pt x="2849441" y="2295639"/>
                </a:lnTo>
                <a:lnTo>
                  <a:pt x="2839216" y="2341176"/>
                </a:lnTo>
                <a:lnTo>
                  <a:pt x="2827874" y="2386456"/>
                </a:lnTo>
                <a:lnTo>
                  <a:pt x="2815426" y="2431437"/>
                </a:lnTo>
                <a:lnTo>
                  <a:pt x="2801876" y="2476105"/>
                </a:lnTo>
                <a:lnTo>
                  <a:pt x="2787235" y="2520421"/>
                </a:lnTo>
                <a:lnTo>
                  <a:pt x="2771510" y="2564371"/>
                </a:lnTo>
                <a:lnTo>
                  <a:pt x="2754713" y="2607915"/>
                </a:lnTo>
                <a:lnTo>
                  <a:pt x="2736850" y="2651040"/>
                </a:lnTo>
                <a:lnTo>
                  <a:pt x="2717937" y="2693708"/>
                </a:lnTo>
                <a:lnTo>
                  <a:pt x="2697979" y="2735905"/>
                </a:lnTo>
                <a:lnTo>
                  <a:pt x="2676995" y="2777594"/>
                </a:lnTo>
                <a:lnTo>
                  <a:pt x="2654991" y="2818760"/>
                </a:lnTo>
                <a:lnTo>
                  <a:pt x="2631986" y="2859369"/>
                </a:lnTo>
                <a:lnTo>
                  <a:pt x="2619073" y="2881168"/>
                </a:lnTo>
                <a:close/>
              </a:path>
            </a:pathLst>
          </a:custGeom>
          <a:solidFill>
            <a:srgbClr val="8B00FF">
              <a:alpha val="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4" name="Google Shape;554;p31"/>
          <p:cNvSpPr txBox="1"/>
          <p:nvPr/>
        </p:nvSpPr>
        <p:spPr>
          <a:xfrm>
            <a:off x="752758" y="329617"/>
            <a:ext cx="44031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 E P O R T E    D E     T R A N S P A R E N C I A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$PPTXTitle" id="555" name="Google Shape;555;p31"/>
          <p:cNvSpPr txBox="1"/>
          <p:nvPr>
            <p:ph type="title"/>
          </p:nvPr>
        </p:nvSpPr>
        <p:spPr>
          <a:xfrm>
            <a:off x="752759" y="550272"/>
            <a:ext cx="11236960" cy="6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lus Jakarta Sans"/>
                <a:ea typeface="Plus Jakarta Sans"/>
                <a:cs typeface="Plus Jakarta Sans"/>
                <a:sym typeface="Plus Jakarta Sans"/>
              </a:rPr>
              <a:t>Declaración de Uso de IA</a:t>
            </a:r>
            <a:endParaRPr/>
          </a:p>
        </p:txBody>
      </p:sp>
      <p:pic>
        <p:nvPicPr>
          <p:cNvPr id="556" name="Google Shape;55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213" y="1331233"/>
            <a:ext cx="6998482" cy="148337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1"/>
          <p:cNvSpPr txBox="1"/>
          <p:nvPr/>
        </p:nvSpPr>
        <p:spPr>
          <a:xfrm>
            <a:off x="1536195" y="1607600"/>
            <a:ext cx="5777230" cy="890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spAutoFit/>
          </a:bodyPr>
          <a:lstStyle/>
          <a:p>
            <a:pPr indent="0" lvl="0" marL="12700" marR="5080" rtl="0" algn="l">
              <a:lnSpc>
                <a:spcPct val="115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IA generativa se utilizó como herramienta de apoyo para la eficiencia en el desarrollo, bajo estricta supervisión humana.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8" name="Google Shape;558;p31"/>
          <p:cNvSpPr/>
          <p:nvPr/>
        </p:nvSpPr>
        <p:spPr>
          <a:xfrm>
            <a:off x="8072977" y="1331232"/>
            <a:ext cx="9525" cy="1483995"/>
          </a:xfrm>
          <a:custGeom>
            <a:rect b="b" l="l" r="r" t="t"/>
            <a:pathLst>
              <a:path extrusionOk="0" h="1483995" w="9525">
                <a:moveTo>
                  <a:pt x="9508" y="1483373"/>
                </a:moveTo>
                <a:lnTo>
                  <a:pt x="0" y="1483373"/>
                </a:lnTo>
                <a:lnTo>
                  <a:pt x="0" y="0"/>
                </a:lnTo>
                <a:lnTo>
                  <a:pt x="9508" y="0"/>
                </a:lnTo>
                <a:lnTo>
                  <a:pt x="9508" y="1483373"/>
                </a:lnTo>
                <a:close/>
              </a:path>
            </a:pathLst>
          </a:custGeom>
          <a:solidFill>
            <a:srgbClr val="FF5E1F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9" name="Google Shape;559;p31"/>
          <p:cNvSpPr txBox="1"/>
          <p:nvPr/>
        </p:nvSpPr>
        <p:spPr>
          <a:xfrm>
            <a:off x="8369313" y="1575270"/>
            <a:ext cx="2265426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CONTEXTO DEL PROCESO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0" name="Google Shape;560;p31"/>
          <p:cNvSpPr txBox="1"/>
          <p:nvPr/>
        </p:nvSpPr>
        <p:spPr>
          <a:xfrm>
            <a:off x="8369313" y="1776857"/>
            <a:ext cx="2830830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5080" rtl="0" algn="l">
              <a:lnSpc>
                <a:spcPct val="13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Detalle de las tareas asistidas por IA y el proceso de validación por parte de los autores.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61" name="Google Shape;561;p31"/>
          <p:cNvGrpSpPr/>
          <p:nvPr/>
        </p:nvGrpSpPr>
        <p:grpSpPr>
          <a:xfrm>
            <a:off x="779568" y="3096351"/>
            <a:ext cx="5001426" cy="2472690"/>
            <a:chOff x="4393069" y="3118888"/>
            <a:chExt cx="3394710" cy="2472690"/>
          </a:xfrm>
        </p:grpSpPr>
        <p:sp>
          <p:nvSpPr>
            <p:cNvPr id="562" name="Google Shape;562;p31"/>
            <p:cNvSpPr/>
            <p:nvPr/>
          </p:nvSpPr>
          <p:spPr>
            <a:xfrm>
              <a:off x="4393069" y="3118888"/>
              <a:ext cx="3394710" cy="2472690"/>
            </a:xfrm>
            <a:custGeom>
              <a:rect b="b" l="l" r="r" t="t"/>
              <a:pathLst>
                <a:path extrusionOk="0" h="2472690" w="3394709">
                  <a:moveTo>
                    <a:pt x="3280538" y="2472289"/>
                  </a:moveTo>
                  <a:lnTo>
                    <a:pt x="114105" y="2472289"/>
                  </a:lnTo>
                  <a:lnTo>
                    <a:pt x="102864" y="2471746"/>
                  </a:lnTo>
                  <a:lnTo>
                    <a:pt x="60261" y="2458800"/>
                  </a:lnTo>
                  <a:lnTo>
                    <a:pt x="25855" y="2430536"/>
                  </a:lnTo>
                  <a:lnTo>
                    <a:pt x="4885" y="2391257"/>
                  </a:lnTo>
                  <a:lnTo>
                    <a:pt x="0" y="2358184"/>
                  </a:lnTo>
                  <a:lnTo>
                    <a:pt x="0" y="114105"/>
                  </a:lnTo>
                  <a:lnTo>
                    <a:pt x="8685" y="70439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3280538" y="0"/>
                  </a:lnTo>
                  <a:lnTo>
                    <a:pt x="3324203" y="8685"/>
                  </a:lnTo>
                  <a:lnTo>
                    <a:pt x="3361223" y="33420"/>
                  </a:lnTo>
                  <a:lnTo>
                    <a:pt x="3385957" y="70439"/>
                  </a:lnTo>
                  <a:lnTo>
                    <a:pt x="3394644" y="114105"/>
                  </a:lnTo>
                  <a:lnTo>
                    <a:pt x="3394644" y="2358184"/>
                  </a:lnTo>
                  <a:lnTo>
                    <a:pt x="3385957" y="2401850"/>
                  </a:lnTo>
                  <a:lnTo>
                    <a:pt x="3361222" y="2438869"/>
                  </a:lnTo>
                  <a:lnTo>
                    <a:pt x="3324203" y="2463603"/>
                  </a:lnTo>
                  <a:lnTo>
                    <a:pt x="3280538" y="247228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4393069" y="3118888"/>
              <a:ext cx="3394710" cy="2472690"/>
            </a:xfrm>
            <a:custGeom>
              <a:rect b="b" l="l" r="r" t="t"/>
              <a:pathLst>
                <a:path extrusionOk="0" h="2472690" w="3394709">
                  <a:moveTo>
                    <a:pt x="3280538" y="2472290"/>
                  </a:moveTo>
                  <a:lnTo>
                    <a:pt x="114105" y="2472290"/>
                  </a:lnTo>
                  <a:lnTo>
                    <a:pt x="102864" y="2471746"/>
                  </a:lnTo>
                  <a:lnTo>
                    <a:pt x="60261" y="2458800"/>
                  </a:lnTo>
                  <a:lnTo>
                    <a:pt x="25855" y="2430536"/>
                  </a:lnTo>
                  <a:lnTo>
                    <a:pt x="4885" y="2391257"/>
                  </a:lnTo>
                  <a:lnTo>
                    <a:pt x="0" y="2358184"/>
                  </a:lnTo>
                  <a:lnTo>
                    <a:pt x="0" y="114105"/>
                  </a:lnTo>
                  <a:lnTo>
                    <a:pt x="8685" y="70439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3280538" y="0"/>
                  </a:lnTo>
                  <a:lnTo>
                    <a:pt x="3324204" y="8685"/>
                  </a:lnTo>
                  <a:lnTo>
                    <a:pt x="3325948" y="9508"/>
                  </a:lnTo>
                  <a:lnTo>
                    <a:pt x="107237" y="9508"/>
                  </a:lnTo>
                  <a:lnTo>
                    <a:pt x="100435" y="10178"/>
                  </a:lnTo>
                  <a:lnTo>
                    <a:pt x="61705" y="23320"/>
                  </a:lnTo>
                  <a:lnTo>
                    <a:pt x="30951" y="50284"/>
                  </a:lnTo>
                  <a:lnTo>
                    <a:pt x="12858" y="86963"/>
                  </a:lnTo>
                  <a:lnTo>
                    <a:pt x="9508" y="107237"/>
                  </a:lnTo>
                  <a:lnTo>
                    <a:pt x="9508" y="2365052"/>
                  </a:lnTo>
                  <a:lnTo>
                    <a:pt x="20098" y="2404556"/>
                  </a:lnTo>
                  <a:lnTo>
                    <a:pt x="45000" y="2437001"/>
                  </a:lnTo>
                  <a:lnTo>
                    <a:pt x="80423" y="2457447"/>
                  </a:lnTo>
                  <a:lnTo>
                    <a:pt x="107237" y="2462780"/>
                  </a:lnTo>
                  <a:lnTo>
                    <a:pt x="3325947" y="2462780"/>
                  </a:lnTo>
                  <a:lnTo>
                    <a:pt x="3324204" y="2463603"/>
                  </a:lnTo>
                  <a:lnTo>
                    <a:pt x="3313611" y="2467403"/>
                  </a:lnTo>
                  <a:lnTo>
                    <a:pt x="3302803" y="2470118"/>
                  </a:lnTo>
                  <a:lnTo>
                    <a:pt x="3291778" y="2471746"/>
                  </a:lnTo>
                  <a:lnTo>
                    <a:pt x="3280538" y="2472290"/>
                  </a:lnTo>
                  <a:close/>
                </a:path>
                <a:path extrusionOk="0" h="2472690" w="3394709">
                  <a:moveTo>
                    <a:pt x="3325947" y="2462780"/>
                  </a:moveTo>
                  <a:lnTo>
                    <a:pt x="3287406" y="2462780"/>
                  </a:lnTo>
                  <a:lnTo>
                    <a:pt x="3294208" y="2462110"/>
                  </a:lnTo>
                  <a:lnTo>
                    <a:pt x="3307679" y="2459431"/>
                  </a:lnTo>
                  <a:lnTo>
                    <a:pt x="3344359" y="2441337"/>
                  </a:lnTo>
                  <a:lnTo>
                    <a:pt x="3371323" y="2410584"/>
                  </a:lnTo>
                  <a:lnTo>
                    <a:pt x="3384465" y="2371853"/>
                  </a:lnTo>
                  <a:lnTo>
                    <a:pt x="3385135" y="2365052"/>
                  </a:lnTo>
                  <a:lnTo>
                    <a:pt x="3385135" y="107237"/>
                  </a:lnTo>
                  <a:lnTo>
                    <a:pt x="3374545" y="67732"/>
                  </a:lnTo>
                  <a:lnTo>
                    <a:pt x="3349643" y="35288"/>
                  </a:lnTo>
                  <a:lnTo>
                    <a:pt x="3314220" y="14842"/>
                  </a:lnTo>
                  <a:lnTo>
                    <a:pt x="3287406" y="9508"/>
                  </a:lnTo>
                  <a:lnTo>
                    <a:pt x="3325948" y="9508"/>
                  </a:lnTo>
                  <a:lnTo>
                    <a:pt x="3361223" y="33420"/>
                  </a:lnTo>
                  <a:lnTo>
                    <a:pt x="3385958" y="70439"/>
                  </a:lnTo>
                  <a:lnTo>
                    <a:pt x="3394644" y="114105"/>
                  </a:lnTo>
                  <a:lnTo>
                    <a:pt x="3394644" y="2358184"/>
                  </a:lnTo>
                  <a:lnTo>
                    <a:pt x="3394101" y="2369424"/>
                  </a:lnTo>
                  <a:lnTo>
                    <a:pt x="3381154" y="2412027"/>
                  </a:lnTo>
                  <a:lnTo>
                    <a:pt x="3352890" y="2446433"/>
                  </a:lnTo>
                  <a:lnTo>
                    <a:pt x="3334381" y="2458800"/>
                  </a:lnTo>
                  <a:lnTo>
                    <a:pt x="3325947" y="2462780"/>
                  </a:lnTo>
                  <a:close/>
                </a:path>
              </a:pathLst>
            </a:custGeom>
            <a:solidFill>
              <a:srgbClr val="FF5E1F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64" name="Google Shape;564;p31"/>
            <p:cNvSpPr/>
            <p:nvPr/>
          </p:nvSpPr>
          <p:spPr>
            <a:xfrm>
              <a:off x="4630789" y="3356608"/>
              <a:ext cx="380365" cy="380365"/>
            </a:xfrm>
            <a:custGeom>
              <a:rect b="b" l="l" r="r" t="t"/>
              <a:pathLst>
                <a:path extrusionOk="0" h="380364" w="380364">
                  <a:moveTo>
                    <a:pt x="309276" y="380352"/>
                  </a:moveTo>
                  <a:lnTo>
                    <a:pt x="71075" y="380352"/>
                  </a:lnTo>
                  <a:lnTo>
                    <a:pt x="66129" y="379865"/>
                  </a:lnTo>
                  <a:lnTo>
                    <a:pt x="29654" y="364756"/>
                  </a:lnTo>
                  <a:lnTo>
                    <a:pt x="3878" y="328777"/>
                  </a:lnTo>
                  <a:lnTo>
                    <a:pt x="0" y="309276"/>
                  </a:lnTo>
                  <a:lnTo>
                    <a:pt x="0" y="304281"/>
                  </a:lnTo>
                  <a:lnTo>
                    <a:pt x="0" y="71075"/>
                  </a:lnTo>
                  <a:lnTo>
                    <a:pt x="15594" y="29654"/>
                  </a:lnTo>
                  <a:lnTo>
                    <a:pt x="51574" y="3878"/>
                  </a:lnTo>
                  <a:lnTo>
                    <a:pt x="71075" y="0"/>
                  </a:lnTo>
                  <a:lnTo>
                    <a:pt x="309276" y="0"/>
                  </a:lnTo>
                  <a:lnTo>
                    <a:pt x="350696" y="15595"/>
                  </a:lnTo>
                  <a:lnTo>
                    <a:pt x="376472" y="51574"/>
                  </a:lnTo>
                  <a:lnTo>
                    <a:pt x="380352" y="71075"/>
                  </a:lnTo>
                  <a:lnTo>
                    <a:pt x="380352" y="309276"/>
                  </a:lnTo>
                  <a:lnTo>
                    <a:pt x="364756" y="350696"/>
                  </a:lnTo>
                  <a:lnTo>
                    <a:pt x="328777" y="376472"/>
                  </a:lnTo>
                  <a:lnTo>
                    <a:pt x="314223" y="379864"/>
                  </a:lnTo>
                  <a:lnTo>
                    <a:pt x="309276" y="380352"/>
                  </a:lnTo>
                  <a:close/>
                </a:path>
              </a:pathLst>
            </a:custGeom>
            <a:solidFill>
              <a:srgbClr val="8B00FF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565" name="Google Shape;565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44895" y="3485928"/>
              <a:ext cx="152140" cy="1217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6" name="Google Shape;566;p31"/>
          <p:cNvSpPr txBox="1"/>
          <p:nvPr/>
        </p:nvSpPr>
        <p:spPr>
          <a:xfrm>
            <a:off x="1837352" y="3397414"/>
            <a:ext cx="3710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Implementación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7" name="Google Shape;567;p31"/>
          <p:cNvSpPr txBox="1"/>
          <p:nvPr/>
        </p:nvSpPr>
        <p:spPr>
          <a:xfrm>
            <a:off x="1084000" y="3918500"/>
            <a:ext cx="4464000" cy="1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01625" lvl="0" marL="457200" marR="36703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50"/>
              <a:buFont typeface="Plus Jakarta Sans"/>
              <a:buChar char="✓"/>
            </a:pPr>
            <a:r>
              <a:rPr lang="en-US" sz="11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Generación de la estructura inicial de agentes JADE.</a:t>
            </a:r>
            <a:endParaRPr sz="11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50"/>
              <a:buFont typeface="Plus Jakarta Sans"/>
              <a:buChar char="✓"/>
            </a:pPr>
            <a:r>
              <a:rPr lang="en-US" sz="11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Scripts automatizados para la descarga de datasets.</a:t>
            </a:r>
            <a:endParaRPr sz="1150">
              <a:latin typeface="Verdana"/>
              <a:ea typeface="Verdana"/>
              <a:cs typeface="Verdana"/>
              <a:sym typeface="Verdana"/>
            </a:endParaRPr>
          </a:p>
          <a:p>
            <a:pPr indent="-301625" lvl="0" marL="457200" marR="3746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50"/>
              <a:buFont typeface="Plus Jakarta Sans"/>
              <a:buChar char="✓"/>
            </a:pPr>
            <a:r>
              <a:rPr lang="en-US" sz="11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Lógica base para la normalización de vectores.</a:t>
            </a:r>
            <a:endParaRPr sz="1150">
              <a:solidFill>
                <a:srgbClr val="0D111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1625" lvl="0" marL="457200" marR="4978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50"/>
              <a:buFont typeface="Plus Jakarta Sans"/>
              <a:buChar char="✓"/>
            </a:pPr>
            <a:r>
              <a:rPr lang="en-US" sz="11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de la normalización L2 del motor de recuperación de información (IR).</a:t>
            </a:r>
            <a:endParaRPr sz="1150">
              <a:solidFill>
                <a:srgbClr val="0D111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568" name="Google Shape;568;p31"/>
          <p:cNvGrpSpPr/>
          <p:nvPr/>
        </p:nvGrpSpPr>
        <p:grpSpPr>
          <a:xfrm>
            <a:off x="6302480" y="3122612"/>
            <a:ext cx="5112821" cy="2472690"/>
            <a:chOff x="8015924" y="3118888"/>
            <a:chExt cx="3404235" cy="2472690"/>
          </a:xfrm>
        </p:grpSpPr>
        <p:sp>
          <p:nvSpPr>
            <p:cNvPr id="569" name="Google Shape;569;p31"/>
            <p:cNvSpPr/>
            <p:nvPr/>
          </p:nvSpPr>
          <p:spPr>
            <a:xfrm>
              <a:off x="8015924" y="3118888"/>
              <a:ext cx="3404235" cy="2472690"/>
            </a:xfrm>
            <a:custGeom>
              <a:rect b="b" l="l" r="r" t="t"/>
              <a:pathLst>
                <a:path extrusionOk="0" h="2472690" w="3404234">
                  <a:moveTo>
                    <a:pt x="3290047" y="2472289"/>
                  </a:moveTo>
                  <a:lnTo>
                    <a:pt x="114105" y="2472289"/>
                  </a:lnTo>
                  <a:lnTo>
                    <a:pt x="102864" y="2471746"/>
                  </a:lnTo>
                  <a:lnTo>
                    <a:pt x="60261" y="2458800"/>
                  </a:lnTo>
                  <a:lnTo>
                    <a:pt x="25856" y="2430536"/>
                  </a:lnTo>
                  <a:lnTo>
                    <a:pt x="4885" y="2391257"/>
                  </a:lnTo>
                  <a:lnTo>
                    <a:pt x="0" y="2358184"/>
                  </a:lnTo>
                  <a:lnTo>
                    <a:pt x="0" y="114105"/>
                  </a:lnTo>
                  <a:lnTo>
                    <a:pt x="8684" y="70439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3290047" y="0"/>
                  </a:lnTo>
                  <a:lnTo>
                    <a:pt x="3333712" y="8685"/>
                  </a:lnTo>
                  <a:lnTo>
                    <a:pt x="3370731" y="33420"/>
                  </a:lnTo>
                  <a:lnTo>
                    <a:pt x="3395466" y="70439"/>
                  </a:lnTo>
                  <a:lnTo>
                    <a:pt x="3404153" y="114105"/>
                  </a:lnTo>
                  <a:lnTo>
                    <a:pt x="3404153" y="2358184"/>
                  </a:lnTo>
                  <a:lnTo>
                    <a:pt x="3395465" y="2401850"/>
                  </a:lnTo>
                  <a:lnTo>
                    <a:pt x="3370731" y="2438869"/>
                  </a:lnTo>
                  <a:lnTo>
                    <a:pt x="3333712" y="2463603"/>
                  </a:lnTo>
                  <a:lnTo>
                    <a:pt x="3290047" y="247228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0" name="Google Shape;570;p31"/>
            <p:cNvSpPr/>
            <p:nvPr/>
          </p:nvSpPr>
          <p:spPr>
            <a:xfrm>
              <a:off x="8015924" y="3118888"/>
              <a:ext cx="3404235" cy="2472690"/>
            </a:xfrm>
            <a:custGeom>
              <a:rect b="b" l="l" r="r" t="t"/>
              <a:pathLst>
                <a:path extrusionOk="0" h="2472690" w="3404234">
                  <a:moveTo>
                    <a:pt x="3290047" y="2472290"/>
                  </a:moveTo>
                  <a:lnTo>
                    <a:pt x="114105" y="2472290"/>
                  </a:lnTo>
                  <a:lnTo>
                    <a:pt x="102864" y="2471746"/>
                  </a:lnTo>
                  <a:lnTo>
                    <a:pt x="60261" y="2458800"/>
                  </a:lnTo>
                  <a:lnTo>
                    <a:pt x="25856" y="2430536"/>
                  </a:lnTo>
                  <a:lnTo>
                    <a:pt x="4885" y="2391257"/>
                  </a:lnTo>
                  <a:lnTo>
                    <a:pt x="0" y="2358184"/>
                  </a:lnTo>
                  <a:lnTo>
                    <a:pt x="0" y="114105"/>
                  </a:lnTo>
                  <a:lnTo>
                    <a:pt x="8684" y="70439"/>
                  </a:lnTo>
                  <a:lnTo>
                    <a:pt x="33420" y="33420"/>
                  </a:lnTo>
                  <a:lnTo>
                    <a:pt x="70438" y="8685"/>
                  </a:lnTo>
                  <a:lnTo>
                    <a:pt x="114105" y="0"/>
                  </a:lnTo>
                  <a:lnTo>
                    <a:pt x="3290047" y="0"/>
                  </a:lnTo>
                  <a:lnTo>
                    <a:pt x="3333712" y="8685"/>
                  </a:lnTo>
                  <a:lnTo>
                    <a:pt x="3335456" y="9508"/>
                  </a:lnTo>
                  <a:lnTo>
                    <a:pt x="107237" y="9508"/>
                  </a:lnTo>
                  <a:lnTo>
                    <a:pt x="100435" y="10178"/>
                  </a:lnTo>
                  <a:lnTo>
                    <a:pt x="61704" y="23320"/>
                  </a:lnTo>
                  <a:lnTo>
                    <a:pt x="30951" y="50284"/>
                  </a:lnTo>
                  <a:lnTo>
                    <a:pt x="12858" y="86963"/>
                  </a:lnTo>
                  <a:lnTo>
                    <a:pt x="9508" y="107237"/>
                  </a:lnTo>
                  <a:lnTo>
                    <a:pt x="9508" y="2365052"/>
                  </a:lnTo>
                  <a:lnTo>
                    <a:pt x="20098" y="2404556"/>
                  </a:lnTo>
                  <a:lnTo>
                    <a:pt x="45000" y="2437001"/>
                  </a:lnTo>
                  <a:lnTo>
                    <a:pt x="80422" y="2457447"/>
                  </a:lnTo>
                  <a:lnTo>
                    <a:pt x="107237" y="2462780"/>
                  </a:lnTo>
                  <a:lnTo>
                    <a:pt x="3335456" y="2462780"/>
                  </a:lnTo>
                  <a:lnTo>
                    <a:pt x="3333712" y="2463603"/>
                  </a:lnTo>
                  <a:lnTo>
                    <a:pt x="3323119" y="2467403"/>
                  </a:lnTo>
                  <a:lnTo>
                    <a:pt x="3312311" y="2470118"/>
                  </a:lnTo>
                  <a:lnTo>
                    <a:pt x="3301287" y="2471746"/>
                  </a:lnTo>
                  <a:lnTo>
                    <a:pt x="3290047" y="2472290"/>
                  </a:lnTo>
                  <a:close/>
                </a:path>
                <a:path extrusionOk="0" h="2472690" w="3404234">
                  <a:moveTo>
                    <a:pt x="3335456" y="2462780"/>
                  </a:moveTo>
                  <a:lnTo>
                    <a:pt x="3296915" y="2462780"/>
                  </a:lnTo>
                  <a:lnTo>
                    <a:pt x="3303717" y="2462110"/>
                  </a:lnTo>
                  <a:lnTo>
                    <a:pt x="3317188" y="2459431"/>
                  </a:lnTo>
                  <a:lnTo>
                    <a:pt x="3353868" y="2441337"/>
                  </a:lnTo>
                  <a:lnTo>
                    <a:pt x="3380831" y="2410584"/>
                  </a:lnTo>
                  <a:lnTo>
                    <a:pt x="3393973" y="2371853"/>
                  </a:lnTo>
                  <a:lnTo>
                    <a:pt x="3394643" y="2365052"/>
                  </a:lnTo>
                  <a:lnTo>
                    <a:pt x="3394643" y="107237"/>
                  </a:lnTo>
                  <a:lnTo>
                    <a:pt x="3384053" y="67732"/>
                  </a:lnTo>
                  <a:lnTo>
                    <a:pt x="3359151" y="35288"/>
                  </a:lnTo>
                  <a:lnTo>
                    <a:pt x="3323729" y="14842"/>
                  </a:lnTo>
                  <a:lnTo>
                    <a:pt x="3296915" y="9508"/>
                  </a:lnTo>
                  <a:lnTo>
                    <a:pt x="3335456" y="9508"/>
                  </a:lnTo>
                  <a:lnTo>
                    <a:pt x="3370731" y="33420"/>
                  </a:lnTo>
                  <a:lnTo>
                    <a:pt x="3395466" y="70439"/>
                  </a:lnTo>
                  <a:lnTo>
                    <a:pt x="3404153" y="114105"/>
                  </a:lnTo>
                  <a:lnTo>
                    <a:pt x="3404153" y="2358184"/>
                  </a:lnTo>
                  <a:lnTo>
                    <a:pt x="3403609" y="2369424"/>
                  </a:lnTo>
                  <a:lnTo>
                    <a:pt x="3390662" y="2412027"/>
                  </a:lnTo>
                  <a:lnTo>
                    <a:pt x="3362399" y="2446433"/>
                  </a:lnTo>
                  <a:lnTo>
                    <a:pt x="3343889" y="2458800"/>
                  </a:lnTo>
                  <a:lnTo>
                    <a:pt x="3335456" y="2462780"/>
                  </a:lnTo>
                  <a:close/>
                </a:path>
              </a:pathLst>
            </a:custGeom>
            <a:solidFill>
              <a:srgbClr val="FF5E1F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1" name="Google Shape;571;p31"/>
            <p:cNvSpPr/>
            <p:nvPr/>
          </p:nvSpPr>
          <p:spPr>
            <a:xfrm>
              <a:off x="8253644" y="3356608"/>
              <a:ext cx="380365" cy="380365"/>
            </a:xfrm>
            <a:custGeom>
              <a:rect b="b" l="l" r="r" t="t"/>
              <a:pathLst>
                <a:path extrusionOk="0" h="380364" w="380365">
                  <a:moveTo>
                    <a:pt x="309276" y="380352"/>
                  </a:moveTo>
                  <a:lnTo>
                    <a:pt x="71075" y="380352"/>
                  </a:lnTo>
                  <a:lnTo>
                    <a:pt x="66129" y="379865"/>
                  </a:lnTo>
                  <a:lnTo>
                    <a:pt x="29655" y="364756"/>
                  </a:lnTo>
                  <a:lnTo>
                    <a:pt x="3878" y="328777"/>
                  </a:lnTo>
                  <a:lnTo>
                    <a:pt x="0" y="309276"/>
                  </a:lnTo>
                  <a:lnTo>
                    <a:pt x="0" y="304281"/>
                  </a:lnTo>
                  <a:lnTo>
                    <a:pt x="0" y="71075"/>
                  </a:lnTo>
                  <a:lnTo>
                    <a:pt x="15594" y="29654"/>
                  </a:lnTo>
                  <a:lnTo>
                    <a:pt x="51573" y="3878"/>
                  </a:lnTo>
                  <a:lnTo>
                    <a:pt x="71075" y="0"/>
                  </a:lnTo>
                  <a:lnTo>
                    <a:pt x="309276" y="0"/>
                  </a:lnTo>
                  <a:lnTo>
                    <a:pt x="350697" y="15595"/>
                  </a:lnTo>
                  <a:lnTo>
                    <a:pt x="376472" y="51574"/>
                  </a:lnTo>
                  <a:lnTo>
                    <a:pt x="380352" y="71075"/>
                  </a:lnTo>
                  <a:lnTo>
                    <a:pt x="380352" y="309276"/>
                  </a:lnTo>
                  <a:lnTo>
                    <a:pt x="364756" y="350696"/>
                  </a:lnTo>
                  <a:lnTo>
                    <a:pt x="328778" y="376472"/>
                  </a:lnTo>
                  <a:lnTo>
                    <a:pt x="314223" y="379864"/>
                  </a:lnTo>
                  <a:lnTo>
                    <a:pt x="309276" y="380352"/>
                  </a:lnTo>
                  <a:close/>
                </a:path>
              </a:pathLst>
            </a:custGeom>
            <a:solidFill>
              <a:srgbClr val="2FD5C7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572" name="Google Shape;572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86767" y="3470714"/>
              <a:ext cx="114105" cy="1521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3" name="Google Shape;573;p31"/>
          <p:cNvSpPr txBox="1"/>
          <p:nvPr/>
        </p:nvSpPr>
        <p:spPr>
          <a:xfrm>
            <a:off x="7416113" y="3444579"/>
            <a:ext cx="2381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Calidad y Docs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4" name="Google Shape;574;p31"/>
          <p:cNvSpPr/>
          <p:nvPr/>
        </p:nvSpPr>
        <p:spPr>
          <a:xfrm>
            <a:off x="6659764" y="3968912"/>
            <a:ext cx="643055" cy="219075"/>
          </a:xfrm>
          <a:custGeom>
            <a:rect b="b" l="l" r="r" t="t"/>
            <a:pathLst>
              <a:path extrusionOk="0" h="219075" w="427990">
                <a:moveTo>
                  <a:pt x="394904" y="218702"/>
                </a:moveTo>
                <a:lnTo>
                  <a:pt x="32991" y="218702"/>
                </a:lnTo>
                <a:lnTo>
                  <a:pt x="28139" y="217736"/>
                </a:lnTo>
                <a:lnTo>
                  <a:pt x="965" y="190562"/>
                </a:lnTo>
                <a:lnTo>
                  <a:pt x="0" y="185710"/>
                </a:lnTo>
                <a:lnTo>
                  <a:pt x="0" y="180667"/>
                </a:lnTo>
                <a:lnTo>
                  <a:pt x="0" y="32990"/>
                </a:lnTo>
                <a:lnTo>
                  <a:pt x="28139" y="964"/>
                </a:lnTo>
                <a:lnTo>
                  <a:pt x="32991" y="0"/>
                </a:lnTo>
                <a:lnTo>
                  <a:pt x="394904" y="0"/>
                </a:lnTo>
                <a:lnTo>
                  <a:pt x="426930" y="28139"/>
                </a:lnTo>
                <a:lnTo>
                  <a:pt x="427896" y="32990"/>
                </a:lnTo>
                <a:lnTo>
                  <a:pt x="427896" y="185710"/>
                </a:lnTo>
                <a:lnTo>
                  <a:pt x="399756" y="217736"/>
                </a:lnTo>
                <a:lnTo>
                  <a:pt x="394904" y="218702"/>
                </a:lnTo>
                <a:close/>
              </a:path>
            </a:pathLst>
          </a:custGeom>
          <a:solidFill>
            <a:srgbClr val="2FD5C7">
              <a:alpha val="1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5" name="Google Shape;575;p31"/>
          <p:cNvSpPr txBox="1"/>
          <p:nvPr/>
        </p:nvSpPr>
        <p:spPr>
          <a:xfrm>
            <a:off x="6757174" y="4003757"/>
            <a:ext cx="8010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FD5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TESTS</a:t>
            </a:r>
            <a:endParaRPr sz="7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6" name="Google Shape;576;p31"/>
          <p:cNvSpPr txBox="1"/>
          <p:nvPr/>
        </p:nvSpPr>
        <p:spPr>
          <a:xfrm>
            <a:off x="7403861" y="3984738"/>
            <a:ext cx="3717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Suite de tests JUnit5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7" name="Google Shape;577;p31"/>
          <p:cNvSpPr/>
          <p:nvPr/>
        </p:nvSpPr>
        <p:spPr>
          <a:xfrm>
            <a:off x="6659764" y="4301723"/>
            <a:ext cx="657366" cy="219075"/>
          </a:xfrm>
          <a:custGeom>
            <a:rect b="b" l="l" r="r" t="t"/>
            <a:pathLst>
              <a:path extrusionOk="0" h="219075" w="437515">
                <a:moveTo>
                  <a:pt x="404414" y="218702"/>
                </a:moveTo>
                <a:lnTo>
                  <a:pt x="32991" y="218702"/>
                </a:lnTo>
                <a:lnTo>
                  <a:pt x="28139" y="217737"/>
                </a:lnTo>
                <a:lnTo>
                  <a:pt x="965" y="190562"/>
                </a:lnTo>
                <a:lnTo>
                  <a:pt x="0" y="185710"/>
                </a:lnTo>
                <a:lnTo>
                  <a:pt x="0" y="180667"/>
                </a:lnTo>
                <a:lnTo>
                  <a:pt x="0" y="32990"/>
                </a:lnTo>
                <a:lnTo>
                  <a:pt x="28139" y="964"/>
                </a:lnTo>
                <a:lnTo>
                  <a:pt x="32991" y="0"/>
                </a:lnTo>
                <a:lnTo>
                  <a:pt x="404414" y="0"/>
                </a:lnTo>
                <a:lnTo>
                  <a:pt x="436439" y="28139"/>
                </a:lnTo>
                <a:lnTo>
                  <a:pt x="437405" y="32990"/>
                </a:lnTo>
                <a:lnTo>
                  <a:pt x="437405" y="185710"/>
                </a:lnTo>
                <a:lnTo>
                  <a:pt x="409265" y="217737"/>
                </a:lnTo>
                <a:lnTo>
                  <a:pt x="404414" y="218702"/>
                </a:lnTo>
                <a:close/>
              </a:path>
            </a:pathLst>
          </a:custGeom>
          <a:solidFill>
            <a:srgbClr val="2FD5C7">
              <a:alpha val="1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8" name="Google Shape;578;p31"/>
          <p:cNvSpPr txBox="1"/>
          <p:nvPr/>
        </p:nvSpPr>
        <p:spPr>
          <a:xfrm>
            <a:off x="6757174" y="4336567"/>
            <a:ext cx="6552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FD5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</a:t>
            </a:r>
            <a:endParaRPr sz="7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9" name="Google Shape;579;p31"/>
          <p:cNvSpPr txBox="1"/>
          <p:nvPr/>
        </p:nvSpPr>
        <p:spPr>
          <a:xfrm>
            <a:off x="7416135" y="4317549"/>
            <a:ext cx="34887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Comentarios Javadoc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0" name="Google Shape;580;p31"/>
          <p:cNvSpPr/>
          <p:nvPr/>
        </p:nvSpPr>
        <p:spPr>
          <a:xfrm>
            <a:off x="6659764" y="4634532"/>
            <a:ext cx="628744" cy="219075"/>
          </a:xfrm>
          <a:custGeom>
            <a:rect b="b" l="l" r="r" t="t"/>
            <a:pathLst>
              <a:path extrusionOk="0" h="219075" w="418465">
                <a:moveTo>
                  <a:pt x="385395" y="218702"/>
                </a:moveTo>
                <a:lnTo>
                  <a:pt x="32991" y="218702"/>
                </a:lnTo>
                <a:lnTo>
                  <a:pt x="28139" y="217737"/>
                </a:lnTo>
                <a:lnTo>
                  <a:pt x="965" y="190562"/>
                </a:lnTo>
                <a:lnTo>
                  <a:pt x="0" y="185711"/>
                </a:lnTo>
                <a:lnTo>
                  <a:pt x="0" y="180667"/>
                </a:lnTo>
                <a:lnTo>
                  <a:pt x="0" y="32990"/>
                </a:lnTo>
                <a:lnTo>
                  <a:pt x="28139" y="964"/>
                </a:lnTo>
                <a:lnTo>
                  <a:pt x="32991" y="0"/>
                </a:lnTo>
                <a:lnTo>
                  <a:pt x="385395" y="0"/>
                </a:lnTo>
                <a:lnTo>
                  <a:pt x="417422" y="28139"/>
                </a:lnTo>
                <a:lnTo>
                  <a:pt x="418387" y="32990"/>
                </a:lnTo>
                <a:lnTo>
                  <a:pt x="418387" y="185711"/>
                </a:lnTo>
                <a:lnTo>
                  <a:pt x="390247" y="217737"/>
                </a:lnTo>
                <a:lnTo>
                  <a:pt x="385395" y="218702"/>
                </a:lnTo>
                <a:close/>
              </a:path>
            </a:pathLst>
          </a:custGeom>
          <a:solidFill>
            <a:srgbClr val="2FD5C7">
              <a:alpha val="1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81" name="Google Shape;581;p31"/>
          <p:cNvSpPr txBox="1"/>
          <p:nvPr/>
        </p:nvSpPr>
        <p:spPr>
          <a:xfrm>
            <a:off x="6757174" y="4669376"/>
            <a:ext cx="6552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FD5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</a:t>
            </a:r>
            <a:endParaRPr sz="7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2" name="Google Shape;582;p31"/>
          <p:cNvSpPr txBox="1"/>
          <p:nvPr/>
        </p:nvSpPr>
        <p:spPr>
          <a:xfrm>
            <a:off x="7381993" y="4650358"/>
            <a:ext cx="37050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Asistencia en la r</a:t>
            </a:r>
            <a:r>
              <a:rPr lang="en-US" sz="105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edacción del README</a:t>
            </a:r>
            <a:endParaRPr sz="10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83" name="Google Shape;58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5153" y="1727037"/>
            <a:ext cx="245911" cy="17829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31"/>
          <p:cNvSpPr/>
          <p:nvPr/>
        </p:nvSpPr>
        <p:spPr>
          <a:xfrm>
            <a:off x="774967" y="5724931"/>
            <a:ext cx="10640695" cy="922655"/>
          </a:xfrm>
          <a:custGeom>
            <a:rect b="b" l="l" r="r" t="t"/>
            <a:pathLst>
              <a:path extrusionOk="0" h="922654" w="10640695">
                <a:moveTo>
                  <a:pt x="0" y="813003"/>
                </a:moveTo>
                <a:lnTo>
                  <a:pt x="0" y="109351"/>
                </a:lnTo>
                <a:lnTo>
                  <a:pt x="0" y="102170"/>
                </a:lnTo>
                <a:lnTo>
                  <a:pt x="700" y="95059"/>
                </a:lnTo>
                <a:lnTo>
                  <a:pt x="2101" y="88017"/>
                </a:lnTo>
                <a:lnTo>
                  <a:pt x="3501" y="80974"/>
                </a:lnTo>
                <a:lnTo>
                  <a:pt x="5576" y="74136"/>
                </a:lnTo>
                <a:lnTo>
                  <a:pt x="8323" y="67503"/>
                </a:lnTo>
                <a:lnTo>
                  <a:pt x="11071" y="60869"/>
                </a:lnTo>
                <a:lnTo>
                  <a:pt x="14439" y="54568"/>
                </a:lnTo>
                <a:lnTo>
                  <a:pt x="18428" y="48598"/>
                </a:lnTo>
                <a:lnTo>
                  <a:pt x="22418" y="42628"/>
                </a:lnTo>
                <a:lnTo>
                  <a:pt x="26951" y="37104"/>
                </a:lnTo>
                <a:lnTo>
                  <a:pt x="32028" y="32027"/>
                </a:lnTo>
                <a:lnTo>
                  <a:pt x="37105" y="26950"/>
                </a:lnTo>
                <a:lnTo>
                  <a:pt x="42628" y="22417"/>
                </a:lnTo>
                <a:lnTo>
                  <a:pt x="48598" y="18427"/>
                </a:lnTo>
                <a:lnTo>
                  <a:pt x="54568" y="14439"/>
                </a:lnTo>
                <a:lnTo>
                  <a:pt x="60870" y="11071"/>
                </a:lnTo>
                <a:lnTo>
                  <a:pt x="67504" y="8323"/>
                </a:lnTo>
                <a:lnTo>
                  <a:pt x="74137" y="5576"/>
                </a:lnTo>
                <a:lnTo>
                  <a:pt x="80975" y="3501"/>
                </a:lnTo>
                <a:lnTo>
                  <a:pt x="88017" y="2100"/>
                </a:lnTo>
                <a:lnTo>
                  <a:pt x="95060" y="700"/>
                </a:lnTo>
                <a:lnTo>
                  <a:pt x="102171" y="0"/>
                </a:lnTo>
                <a:lnTo>
                  <a:pt x="109351" y="0"/>
                </a:lnTo>
                <a:lnTo>
                  <a:pt x="10531004" y="0"/>
                </a:lnTo>
                <a:lnTo>
                  <a:pt x="10538183" y="0"/>
                </a:lnTo>
                <a:lnTo>
                  <a:pt x="10545294" y="700"/>
                </a:lnTo>
                <a:lnTo>
                  <a:pt x="10552336" y="2100"/>
                </a:lnTo>
                <a:lnTo>
                  <a:pt x="10559378" y="3501"/>
                </a:lnTo>
                <a:lnTo>
                  <a:pt x="10566216" y="5576"/>
                </a:lnTo>
                <a:lnTo>
                  <a:pt x="10572850" y="8323"/>
                </a:lnTo>
                <a:lnTo>
                  <a:pt x="10579483" y="11071"/>
                </a:lnTo>
                <a:lnTo>
                  <a:pt x="10585784" y="14439"/>
                </a:lnTo>
                <a:lnTo>
                  <a:pt x="10591754" y="18428"/>
                </a:lnTo>
                <a:lnTo>
                  <a:pt x="10597724" y="22417"/>
                </a:lnTo>
                <a:lnTo>
                  <a:pt x="10603249" y="26950"/>
                </a:lnTo>
                <a:lnTo>
                  <a:pt x="10608326" y="32027"/>
                </a:lnTo>
                <a:lnTo>
                  <a:pt x="10613403" y="37104"/>
                </a:lnTo>
                <a:lnTo>
                  <a:pt x="10632029" y="67504"/>
                </a:lnTo>
                <a:lnTo>
                  <a:pt x="10634777" y="74137"/>
                </a:lnTo>
                <a:lnTo>
                  <a:pt x="10636851" y="80975"/>
                </a:lnTo>
                <a:lnTo>
                  <a:pt x="10638252" y="88017"/>
                </a:lnTo>
                <a:lnTo>
                  <a:pt x="10639653" y="95059"/>
                </a:lnTo>
                <a:lnTo>
                  <a:pt x="10640354" y="102170"/>
                </a:lnTo>
                <a:lnTo>
                  <a:pt x="10640355" y="109351"/>
                </a:lnTo>
                <a:lnTo>
                  <a:pt x="10640355" y="813003"/>
                </a:lnTo>
                <a:lnTo>
                  <a:pt x="10632029" y="854849"/>
                </a:lnTo>
                <a:lnTo>
                  <a:pt x="10621924" y="873754"/>
                </a:lnTo>
                <a:lnTo>
                  <a:pt x="10617935" y="879724"/>
                </a:lnTo>
                <a:lnTo>
                  <a:pt x="10591755" y="903924"/>
                </a:lnTo>
                <a:lnTo>
                  <a:pt x="10585785" y="907914"/>
                </a:lnTo>
                <a:lnTo>
                  <a:pt x="10579483" y="911282"/>
                </a:lnTo>
                <a:lnTo>
                  <a:pt x="10572850" y="914030"/>
                </a:lnTo>
                <a:lnTo>
                  <a:pt x="10566216" y="916778"/>
                </a:lnTo>
                <a:lnTo>
                  <a:pt x="10559378" y="918852"/>
                </a:lnTo>
                <a:lnTo>
                  <a:pt x="10552336" y="920253"/>
                </a:lnTo>
                <a:lnTo>
                  <a:pt x="10545294" y="921653"/>
                </a:lnTo>
                <a:lnTo>
                  <a:pt x="10538183" y="922354"/>
                </a:lnTo>
                <a:lnTo>
                  <a:pt x="10531004" y="922354"/>
                </a:lnTo>
                <a:lnTo>
                  <a:pt x="109351" y="922354"/>
                </a:lnTo>
                <a:lnTo>
                  <a:pt x="102171" y="922354"/>
                </a:lnTo>
                <a:lnTo>
                  <a:pt x="95060" y="921653"/>
                </a:lnTo>
                <a:lnTo>
                  <a:pt x="88017" y="920253"/>
                </a:lnTo>
                <a:lnTo>
                  <a:pt x="80975" y="918852"/>
                </a:lnTo>
                <a:lnTo>
                  <a:pt x="74137" y="916778"/>
                </a:lnTo>
                <a:lnTo>
                  <a:pt x="67504" y="914030"/>
                </a:lnTo>
                <a:lnTo>
                  <a:pt x="60870" y="911282"/>
                </a:lnTo>
                <a:lnTo>
                  <a:pt x="54568" y="907914"/>
                </a:lnTo>
                <a:lnTo>
                  <a:pt x="48598" y="903924"/>
                </a:lnTo>
                <a:lnTo>
                  <a:pt x="42628" y="899935"/>
                </a:lnTo>
                <a:lnTo>
                  <a:pt x="14439" y="867784"/>
                </a:lnTo>
                <a:lnTo>
                  <a:pt x="700" y="827294"/>
                </a:lnTo>
                <a:lnTo>
                  <a:pt x="0" y="820182"/>
                </a:lnTo>
                <a:lnTo>
                  <a:pt x="0" y="813003"/>
                </a:lnTo>
                <a:close/>
              </a:path>
            </a:pathLst>
          </a:custGeom>
          <a:noFill/>
          <a:ln cap="flat" cmpd="sng" w="9525">
            <a:solidFill>
              <a:srgbClr val="FF5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85" name="Google Shape;585;p31"/>
          <p:cNvSpPr/>
          <p:nvPr/>
        </p:nvSpPr>
        <p:spPr>
          <a:xfrm>
            <a:off x="779722" y="5729685"/>
            <a:ext cx="10631170" cy="913130"/>
          </a:xfrm>
          <a:custGeom>
            <a:rect b="b" l="l" r="r" t="t"/>
            <a:pathLst>
              <a:path extrusionOk="0" h="913129" w="10631170">
                <a:moveTo>
                  <a:pt x="10526248" y="912845"/>
                </a:moveTo>
                <a:lnTo>
                  <a:pt x="104596" y="912845"/>
                </a:lnTo>
                <a:lnTo>
                  <a:pt x="94293" y="912347"/>
                </a:lnTo>
                <a:lnTo>
                  <a:pt x="55241" y="900479"/>
                </a:lnTo>
                <a:lnTo>
                  <a:pt x="23702" y="874571"/>
                </a:lnTo>
                <a:lnTo>
                  <a:pt x="4478" y="838565"/>
                </a:lnTo>
                <a:lnTo>
                  <a:pt x="0" y="808248"/>
                </a:lnTo>
                <a:lnTo>
                  <a:pt x="0" y="104596"/>
                </a:lnTo>
                <a:lnTo>
                  <a:pt x="7961" y="64568"/>
                </a:lnTo>
                <a:lnTo>
                  <a:pt x="30635" y="30635"/>
                </a:lnTo>
                <a:lnTo>
                  <a:pt x="64568" y="7961"/>
                </a:lnTo>
                <a:lnTo>
                  <a:pt x="104596" y="0"/>
                </a:lnTo>
                <a:lnTo>
                  <a:pt x="10526248" y="0"/>
                </a:lnTo>
                <a:lnTo>
                  <a:pt x="10566275" y="7961"/>
                </a:lnTo>
                <a:lnTo>
                  <a:pt x="10600209" y="30635"/>
                </a:lnTo>
                <a:lnTo>
                  <a:pt x="10622883" y="64568"/>
                </a:lnTo>
                <a:lnTo>
                  <a:pt x="10630846" y="104596"/>
                </a:lnTo>
                <a:lnTo>
                  <a:pt x="10630846" y="808248"/>
                </a:lnTo>
                <a:lnTo>
                  <a:pt x="10622883" y="848275"/>
                </a:lnTo>
                <a:lnTo>
                  <a:pt x="10600209" y="882209"/>
                </a:lnTo>
                <a:lnTo>
                  <a:pt x="10566275" y="904882"/>
                </a:lnTo>
                <a:lnTo>
                  <a:pt x="10526248" y="912845"/>
                </a:lnTo>
                <a:close/>
              </a:path>
            </a:pathLst>
          </a:custGeom>
          <a:solidFill>
            <a:srgbClr val="FF5E1F">
              <a:alpha val="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86" name="Google Shape;586;p31"/>
          <p:cNvSpPr/>
          <p:nvPr/>
        </p:nvSpPr>
        <p:spPr>
          <a:xfrm>
            <a:off x="1084004" y="5957897"/>
            <a:ext cx="456565" cy="456565"/>
          </a:xfrm>
          <a:custGeom>
            <a:rect b="b" l="l" r="r" t="t"/>
            <a:pathLst>
              <a:path extrusionOk="0" h="456564" w="456565">
                <a:moveTo>
                  <a:pt x="235685" y="456422"/>
                </a:moveTo>
                <a:lnTo>
                  <a:pt x="220737" y="456422"/>
                </a:lnTo>
                <a:lnTo>
                  <a:pt x="213281" y="456055"/>
                </a:lnTo>
                <a:lnTo>
                  <a:pt x="169117" y="448764"/>
                </a:lnTo>
                <a:lnTo>
                  <a:pt x="127224" y="432997"/>
                </a:lnTo>
                <a:lnTo>
                  <a:pt x="89213" y="409360"/>
                </a:lnTo>
                <a:lnTo>
                  <a:pt x="56543" y="378763"/>
                </a:lnTo>
                <a:lnTo>
                  <a:pt x="30470" y="342379"/>
                </a:lnTo>
                <a:lnTo>
                  <a:pt x="11996" y="301608"/>
                </a:lnTo>
                <a:lnTo>
                  <a:pt x="1831" y="258016"/>
                </a:lnTo>
                <a:lnTo>
                  <a:pt x="0" y="235684"/>
                </a:lnTo>
                <a:lnTo>
                  <a:pt x="0" y="220736"/>
                </a:lnTo>
                <a:lnTo>
                  <a:pt x="5843" y="176357"/>
                </a:lnTo>
                <a:lnTo>
                  <a:pt x="20231" y="133971"/>
                </a:lnTo>
                <a:lnTo>
                  <a:pt x="42612" y="95208"/>
                </a:lnTo>
                <a:lnTo>
                  <a:pt x="72126" y="61555"/>
                </a:lnTo>
                <a:lnTo>
                  <a:pt x="107638" y="34307"/>
                </a:lnTo>
                <a:lnTo>
                  <a:pt x="147783" y="14511"/>
                </a:lnTo>
                <a:lnTo>
                  <a:pt x="191020" y="2926"/>
                </a:lnTo>
                <a:lnTo>
                  <a:pt x="220737" y="0"/>
                </a:lnTo>
                <a:lnTo>
                  <a:pt x="235685" y="0"/>
                </a:lnTo>
                <a:lnTo>
                  <a:pt x="280063" y="5843"/>
                </a:lnTo>
                <a:lnTo>
                  <a:pt x="322449" y="20231"/>
                </a:lnTo>
                <a:lnTo>
                  <a:pt x="361213" y="42612"/>
                </a:lnTo>
                <a:lnTo>
                  <a:pt x="394866" y="72126"/>
                </a:lnTo>
                <a:lnTo>
                  <a:pt x="422114" y="107637"/>
                </a:lnTo>
                <a:lnTo>
                  <a:pt x="441911" y="147782"/>
                </a:lnTo>
                <a:lnTo>
                  <a:pt x="453495" y="191018"/>
                </a:lnTo>
                <a:lnTo>
                  <a:pt x="456422" y="220736"/>
                </a:lnTo>
                <a:lnTo>
                  <a:pt x="456422" y="228210"/>
                </a:lnTo>
                <a:lnTo>
                  <a:pt x="456422" y="235684"/>
                </a:lnTo>
                <a:lnTo>
                  <a:pt x="450579" y="280062"/>
                </a:lnTo>
                <a:lnTo>
                  <a:pt x="436190" y="322448"/>
                </a:lnTo>
                <a:lnTo>
                  <a:pt x="413809" y="361212"/>
                </a:lnTo>
                <a:lnTo>
                  <a:pt x="384296" y="394865"/>
                </a:lnTo>
                <a:lnTo>
                  <a:pt x="348784" y="422112"/>
                </a:lnTo>
                <a:lnTo>
                  <a:pt x="308638" y="441910"/>
                </a:lnTo>
                <a:lnTo>
                  <a:pt x="265402" y="453495"/>
                </a:lnTo>
                <a:lnTo>
                  <a:pt x="243141" y="456055"/>
                </a:lnTo>
                <a:lnTo>
                  <a:pt x="235685" y="456422"/>
                </a:lnTo>
                <a:close/>
              </a:path>
            </a:pathLst>
          </a:custGeom>
          <a:solidFill>
            <a:srgbClr val="FF5E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587" name="Google Shape;587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7127" y="6110037"/>
            <a:ext cx="188482" cy="15214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1"/>
          <p:cNvSpPr txBox="1"/>
          <p:nvPr/>
        </p:nvSpPr>
        <p:spPr>
          <a:xfrm>
            <a:off x="1751174" y="6182909"/>
            <a:ext cx="94728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Todo el código y documentación generados han sido revisados, corregidos y validados manualmente por los autores.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9" name="Google Shape;589;p31"/>
          <p:cNvSpPr txBox="1"/>
          <p:nvPr/>
        </p:nvSpPr>
        <p:spPr>
          <a:xfrm>
            <a:off x="1678094" y="5849690"/>
            <a:ext cx="3701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65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PROTOCOLO DE VALI DACI ÓN HUMANA</a:t>
            </a:r>
            <a:endParaRPr sz="9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2"/>
          <p:cNvSpPr/>
          <p:nvPr/>
        </p:nvSpPr>
        <p:spPr>
          <a:xfrm>
            <a:off x="-25" y="0"/>
            <a:ext cx="12179400" cy="6851700"/>
          </a:xfrm>
          <a:prstGeom prst="rect">
            <a:avLst/>
          </a:prstGeom>
          <a:gradFill>
            <a:gsLst>
              <a:gs pos="0">
                <a:srgbClr val="FF6B00"/>
              </a:gs>
              <a:gs pos="50000">
                <a:srgbClr val="4A0080"/>
              </a:gs>
              <a:gs pos="100000">
                <a:srgbClr val="E91E8C"/>
              </a:gs>
            </a:gsLst>
            <a:lin ang="8100019" scaled="0"/>
          </a:gradFill>
          <a:ln>
            <a:noFill/>
          </a:ln>
          <a:effectLst>
            <a:outerShdw blurRad="39967" rotWithShape="0" dir="5400000" dist="22981">
              <a:srgbClr val="000000">
                <a:alpha val="34900"/>
              </a:srgbClr>
            </a:outerShdw>
          </a:effectLst>
        </p:spPr>
        <p:txBody>
          <a:bodyPr anchorCtr="0" anchor="ctr" bIns="45650" lIns="91350" spcFirstLastPara="1" rIns="91350" wrap="square" tIns="4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6" name="Google Shape;596;p32"/>
          <p:cNvGrpSpPr/>
          <p:nvPr/>
        </p:nvGrpSpPr>
        <p:grpSpPr>
          <a:xfrm>
            <a:off x="769574" y="2000363"/>
            <a:ext cx="10649617" cy="902833"/>
            <a:chOff x="769620" y="1330643"/>
            <a:chExt cx="5143500" cy="1485900"/>
          </a:xfrm>
        </p:grpSpPr>
        <p:sp>
          <p:nvSpPr>
            <p:cNvPr id="597" name="Google Shape;597;p32"/>
            <p:cNvSpPr/>
            <p:nvPr/>
          </p:nvSpPr>
          <p:spPr>
            <a:xfrm>
              <a:off x="769620" y="1330643"/>
              <a:ext cx="5143500" cy="1485900"/>
            </a:xfrm>
            <a:prstGeom prst="roundRect">
              <a:avLst>
                <a:gd fmla="val 10256" name="adj"/>
              </a:avLst>
            </a:prstGeom>
            <a:solidFill>
              <a:srgbClr val="FF5E1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2"/>
            <p:cNvSpPr txBox="1"/>
            <p:nvPr/>
          </p:nvSpPr>
          <p:spPr>
            <a:xfrm>
              <a:off x="1047750" y="1600200"/>
              <a:ext cx="4572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46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Siga estos pasos secuenciales para validar el funcionamiento del motor de recetas inteligente.</a:t>
              </a:r>
              <a:endParaRPr b="0" sz="2146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599" name="Google Shape;599;p32"/>
          <p:cNvGrpSpPr/>
          <p:nvPr/>
        </p:nvGrpSpPr>
        <p:grpSpPr>
          <a:xfrm>
            <a:off x="769620" y="3118485"/>
            <a:ext cx="3394800" cy="2472600"/>
            <a:chOff x="769620" y="3118485"/>
            <a:chExt cx="3394800" cy="2472600"/>
          </a:xfrm>
        </p:grpSpPr>
        <p:sp>
          <p:nvSpPr>
            <p:cNvPr id="600" name="Google Shape;600;p32"/>
            <p:cNvSpPr/>
            <p:nvPr/>
          </p:nvSpPr>
          <p:spPr>
            <a:xfrm>
              <a:off x="769620" y="3118485"/>
              <a:ext cx="3394800" cy="24726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2"/>
            <p:cNvSpPr/>
            <p:nvPr/>
          </p:nvSpPr>
          <p:spPr>
            <a:xfrm>
              <a:off x="769620" y="3118485"/>
              <a:ext cx="3394800" cy="2472600"/>
            </a:xfrm>
            <a:prstGeom prst="rect">
              <a:avLst/>
            </a:prstGeom>
            <a:solidFill>
              <a:srgbClr val="FF5E1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2"/>
            <p:cNvSpPr txBox="1"/>
            <p:nvPr/>
          </p:nvSpPr>
          <p:spPr>
            <a:xfrm>
              <a:off x="981075" y="3352800"/>
              <a:ext cx="2952900" cy="20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6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FF5E1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PASO 01</a:t>
              </a:r>
              <a:endParaRPr b="0" sz="90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Arranque del Sistema</a:t>
              </a:r>
              <a:endParaRPr b="0" sz="15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C3F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Ejecutar el archivo </a:t>
              </a:r>
              <a:r>
                <a:rPr lang="en-US" sz="1200">
                  <a:solidFill>
                    <a:srgbClr val="3C3F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Main</a:t>
              </a:r>
              <a:r>
                <a:rPr b="0" lang="en-US" sz="1200">
                  <a:solidFill>
                    <a:srgbClr val="3C3F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.java o el ejecutable proporcionado para iniciar el entorno.</a:t>
              </a:r>
              <a:endParaRPr b="0" sz="120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603" name="Google Shape;603;p32"/>
          <p:cNvGrpSpPr/>
          <p:nvPr/>
        </p:nvGrpSpPr>
        <p:grpSpPr>
          <a:xfrm>
            <a:off x="4392930" y="3118485"/>
            <a:ext cx="3394800" cy="2472600"/>
            <a:chOff x="4392930" y="3118485"/>
            <a:chExt cx="3394800" cy="2472600"/>
          </a:xfrm>
        </p:grpSpPr>
        <p:sp>
          <p:nvSpPr>
            <p:cNvPr id="604" name="Google Shape;604;p32"/>
            <p:cNvSpPr/>
            <p:nvPr/>
          </p:nvSpPr>
          <p:spPr>
            <a:xfrm>
              <a:off x="4392930" y="3118485"/>
              <a:ext cx="3394800" cy="24726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2"/>
            <p:cNvSpPr/>
            <p:nvPr/>
          </p:nvSpPr>
          <p:spPr>
            <a:xfrm>
              <a:off x="4392930" y="3118485"/>
              <a:ext cx="3394800" cy="2472600"/>
            </a:xfrm>
            <a:prstGeom prst="rect">
              <a:avLst/>
            </a:prstGeom>
            <a:solidFill>
              <a:srgbClr val="FF5E1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2"/>
            <p:cNvSpPr txBox="1"/>
            <p:nvPr/>
          </p:nvSpPr>
          <p:spPr>
            <a:xfrm>
              <a:off x="4630103" y="3356610"/>
              <a:ext cx="2952600" cy="20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6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8B00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PASO 02</a:t>
              </a:r>
              <a:endParaRPr b="0" sz="900">
                <a:solidFill>
                  <a:srgbClr val="8B00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Entrada de Datos</a:t>
              </a:r>
              <a:endParaRPr b="0" sz="15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C3F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Introducir la lista de alimentos disponibles en la interfaz y pulsar la tecla Enter para procesar.</a:t>
              </a:r>
              <a:endParaRPr b="0" sz="120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607" name="Google Shape;607;p32"/>
          <p:cNvGrpSpPr/>
          <p:nvPr/>
        </p:nvGrpSpPr>
        <p:grpSpPr>
          <a:xfrm>
            <a:off x="8015288" y="3118485"/>
            <a:ext cx="3404100" cy="2472600"/>
            <a:chOff x="8015288" y="3118485"/>
            <a:chExt cx="3404100" cy="2472600"/>
          </a:xfrm>
        </p:grpSpPr>
        <p:sp>
          <p:nvSpPr>
            <p:cNvPr id="608" name="Google Shape;608;p32"/>
            <p:cNvSpPr/>
            <p:nvPr/>
          </p:nvSpPr>
          <p:spPr>
            <a:xfrm>
              <a:off x="8015288" y="3118485"/>
              <a:ext cx="3404100" cy="24726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2"/>
            <p:cNvSpPr/>
            <p:nvPr/>
          </p:nvSpPr>
          <p:spPr>
            <a:xfrm>
              <a:off x="8015288" y="3118485"/>
              <a:ext cx="3404100" cy="2472600"/>
            </a:xfrm>
            <a:prstGeom prst="rect">
              <a:avLst/>
            </a:prstGeom>
            <a:solidFill>
              <a:srgbClr val="FF5E1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2"/>
            <p:cNvSpPr txBox="1"/>
            <p:nvPr/>
          </p:nvSpPr>
          <p:spPr>
            <a:xfrm>
              <a:off x="8253413" y="3356610"/>
              <a:ext cx="2952900" cy="20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6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2FD5C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PASO 03</a:t>
              </a:r>
              <a:endParaRPr b="0" sz="900">
                <a:solidFill>
                  <a:srgbClr val="2FD5C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D111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Resultados</a:t>
              </a:r>
              <a:endParaRPr b="0" sz="1500">
                <a:solidFill>
                  <a:srgbClr val="0D1117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C3F4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Visualizar las recetas proporcionadas por el motor de inferencia basadas en los ingredientes suministrados.</a:t>
              </a:r>
              <a:endParaRPr b="0" sz="1200">
                <a:solidFill>
                  <a:srgbClr val="3C3F4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descr="$PPTXTitle" id="611" name="Google Shape;611;p32"/>
          <p:cNvSpPr txBox="1"/>
          <p:nvPr>
            <p:ph idx="4294967295" type="title"/>
          </p:nvPr>
        </p:nvSpPr>
        <p:spPr>
          <a:xfrm>
            <a:off x="769626" y="406561"/>
            <a:ext cx="6295500" cy="1135200"/>
          </a:xfrm>
          <a:prstGeom prst="rect">
            <a:avLst/>
          </a:prstGeom>
          <a:solidFill>
            <a:srgbClr val="FFFFFF">
              <a:alpha val="30199"/>
            </a:srgbClr>
          </a:solidFill>
          <a:ln>
            <a:noFill/>
          </a:ln>
        </p:spPr>
        <p:txBody>
          <a:bodyPr anchorCtr="0" anchor="t" bIns="0" lIns="0" spcFirstLastPara="1" rIns="0" wrap="square" tIns="171450">
            <a:spAutoFit/>
          </a:bodyPr>
          <a:lstStyle/>
          <a:p>
            <a:pPr indent="-177800" lvl="0" marL="393065" marR="251460" rtl="0" algn="l">
              <a:lnSpc>
                <a:spcPct val="110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 </a:t>
            </a:r>
            <a:r>
              <a:rPr lang="en-US" sz="6250">
                <a:solidFill>
                  <a:srgbClr val="FF5E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vivo</a:t>
            </a:r>
            <a:endParaRPr sz="6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